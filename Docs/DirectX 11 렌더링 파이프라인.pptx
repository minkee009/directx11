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</p:sldIdLst>
  <p:sldSz cx="12192000" cy="6858000"/>
  <p:notesSz cx="6858000" cy="9144000"/>
  <p:embeddedFontLst>
    <p:embeddedFont>
      <p:font typeface="맑은 고딕" panose="020B0503020000020004" pitchFamily="50" charset="-127"/>
      <p:regular r:id="rId11"/>
      <p:bold r:id="rId12"/>
    </p:embeddedFont>
    <p:embeddedFont>
      <p:font typeface="한컴 말랑말랑 Bold" panose="020F0803000000000000" pitchFamily="50" charset="-127"/>
      <p:bold r:id="rId13"/>
    </p:embeddedFont>
    <p:embeddedFont>
      <p:font typeface="한컴 말랑말랑 Regular" panose="020F0303000000000000" pitchFamily="50" charset="-127"/>
      <p:regular r:id="rId1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33CF414D-0026-4594-BC29-A505D25B12B4}">
          <p14:sldIdLst>
            <p14:sldId id="256"/>
            <p14:sldId id="257"/>
            <p14:sldId id="258"/>
            <p14:sldId id="259"/>
            <p14:sldId id="260"/>
            <p14:sldId id="261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0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2D79"/>
    <a:srgbClr val="8D319F"/>
    <a:srgbClr val="E52F97"/>
    <a:srgbClr val="E34949"/>
    <a:srgbClr val="E5476D"/>
    <a:srgbClr val="FA210A"/>
    <a:srgbClr val="F8330C"/>
    <a:srgbClr val="F95433"/>
    <a:srgbClr val="F94825"/>
    <a:srgbClr val="F754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DAD4F-DBEA-4DDF-ACB7-6CE4D21943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877429-C46F-44AE-A30D-0B18199AD5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30E3E9-5510-403E-AE26-577533B61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1E50B-0BAF-4A7A-8542-840F5CE8B7E4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E53C2C-4ADC-4F2A-B9F2-19FB105BD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9AA2EA-223D-474E-B5CE-2F2ED314C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CBA3-F328-4AA5-A4E6-2E91E332E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631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B97426-D55F-4B4E-A869-2FCE88FC1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73211E-1A65-4A3D-8172-323A36ECE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135458-1C8D-4CD3-991E-AF4992C1A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1E50B-0BAF-4A7A-8542-840F5CE8B7E4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C0F0E8-9DBC-4691-8CDC-BA4DD05AA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85C6A0-D262-4252-A83F-E35376476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CBA3-F328-4AA5-A4E6-2E91E332E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4719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14347F-89D8-42F9-8F98-CAE543FB4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84AAF3-DC71-4E0C-87C6-055CF1952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062A42-EBD9-42A9-8474-9C03984C4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1E50B-0BAF-4A7A-8542-840F5CE8B7E4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25E15-224B-42AB-B317-3DF6CD8A9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F36D86-DC5C-4E8D-A548-6B19F107C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CBA3-F328-4AA5-A4E6-2E91E332E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20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F8ECA-DC2B-4ED7-AE31-391A0CEED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EC08C1-8FA7-4A3D-8145-D251986E27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D03D85-EBF4-4952-8DCA-B901DEE52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423999-C94F-40B9-B7EF-5F1F88C8E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1E50B-0BAF-4A7A-8542-840F5CE8B7E4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8D6A73-4E54-46B6-A8C0-FE67480AB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08A90B-CCC3-4225-AA90-2BBAB0A2A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CBA3-F328-4AA5-A4E6-2E91E332E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5514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44F57A-E89B-49FE-9DC5-E850099BD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BA0E6E-435A-4D74-9EF2-D7A257C20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8E1C99-936A-47BF-847D-129B32968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8359FF5-5AFF-4FD6-BC8B-9B5393B181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37340B2-6DAD-47F2-95A0-9002CF08E1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EAD01E8-604C-4487-B46D-2C88EE477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1E50B-0BAF-4A7A-8542-840F5CE8B7E4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2488C1F-7BD7-4AC2-9D76-2B642908A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33AC239-774F-438D-A047-14F3D41C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CBA3-F328-4AA5-A4E6-2E91E332E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014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F4D1AF-83FE-4F0A-A999-BD3F3ABDD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8FDAD2-4B72-4A3A-BA8B-241507FF3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1E50B-0BAF-4A7A-8542-840F5CE8B7E4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D362D92-EAD9-4172-9530-86D947C29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C92E13-4AA7-48E2-A682-7655EE4C5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CBA3-F328-4AA5-A4E6-2E91E332E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0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F12EBA-8ABD-44A2-BC77-2AE8DA1D9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1E50B-0BAF-4A7A-8542-840F5CE8B7E4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CF0B0D5-B9B5-4749-8194-ACEED7791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76013D-80AA-445E-931A-0287B9E66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CBA3-F328-4AA5-A4E6-2E91E332E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5502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7D716-203B-4F92-8BFA-B1E1530AF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48D69B-60D9-4DB3-9682-FF2CA9DB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AF7E9C-BD1B-4A57-8184-28B17A5EF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AD8CDE-78E4-4E58-8D20-0666051FA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1E50B-0BAF-4A7A-8542-840F5CE8B7E4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58AA41-6610-47DB-92F5-E22890984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CC791D-F80F-41DE-BD18-906C06178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CBA3-F328-4AA5-A4E6-2E91E332E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331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AAFAB-D64E-4536-9569-EC07C6564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7FA2C55-34E7-4FE8-B6A4-2D17E70983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D10255-213F-4E3C-87F7-BB83AE2B2D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FBB577-2340-43D6-B4FC-DF48909A5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1E50B-0BAF-4A7A-8542-840F5CE8B7E4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14A4EB-D8CD-42B2-B87B-BE4D59219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6987FE-AC85-48A0-987F-8F31AD0A4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CBA3-F328-4AA5-A4E6-2E91E332E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252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BA46DD-052F-4563-95E5-5F0AFC02F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41D2C14-7FC8-4029-A59A-3EAFE0C39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EAC36D-405F-408B-98BF-2ED3DFFE0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1E50B-0BAF-4A7A-8542-840F5CE8B7E4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CDBA33-C446-4609-8571-7AD695E6A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344525-6433-42BF-8B34-BD1ED01F0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CBA3-F328-4AA5-A4E6-2E91E332E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675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1BC72D7-F560-4EF5-94B0-E7FD375DB9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26B642-ECD7-4ACF-8387-50CF09335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474177-CEEF-4B97-8655-F3D9AF94C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1E50B-0BAF-4A7A-8542-840F5CE8B7E4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32AA51-B970-4686-BC51-E2626F28B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718446-E95C-4AD6-A4C4-DA5867143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CBA3-F328-4AA5-A4E6-2E91E332E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948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9FDE0A8-2547-49AF-92DA-94E66FF6C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9E99C5-6F57-45D4-832F-BA298F504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10120D-B43F-4051-BD53-ED4F2C12C6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1E50B-0BAF-4A7A-8542-840F5CE8B7E4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6F66FE-598E-448A-81B8-6406CFC991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8C7012-69E6-4962-9747-3CFB8D6C1C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0CBA3-F328-4AA5-A4E6-2E91E332E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17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15294F1-19E7-48CF-A355-C16C7CBBC34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" b="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9ECB3C9-19E1-4084-B7D6-6B244CEA3B5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45"/>
                    </a14:imgEffect>
                    <a14:imgEffect>
                      <a14:sharpenSoften amount="-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581" t="71884" r="35411" b="18671"/>
          <a:stretch/>
        </p:blipFill>
        <p:spPr>
          <a:xfrm>
            <a:off x="4459605" y="5096510"/>
            <a:ext cx="3415030" cy="719455"/>
          </a:xfrm>
          <a:custGeom>
            <a:avLst/>
            <a:gdLst>
              <a:gd name="connsiteX0" fmla="*/ 119957 w 3414743"/>
              <a:gd name="connsiteY0" fmla="*/ 0 h 719721"/>
              <a:gd name="connsiteX1" fmla="*/ 3294787 w 3414743"/>
              <a:gd name="connsiteY1" fmla="*/ 0 h 719721"/>
              <a:gd name="connsiteX2" fmla="*/ 3414743 w 3414743"/>
              <a:gd name="connsiteY2" fmla="*/ 119956 h 719721"/>
              <a:gd name="connsiteX3" fmla="*/ 3414743 w 3414743"/>
              <a:gd name="connsiteY3" fmla="*/ 599765 h 719721"/>
              <a:gd name="connsiteX4" fmla="*/ 3294787 w 3414743"/>
              <a:gd name="connsiteY4" fmla="*/ 719721 h 719721"/>
              <a:gd name="connsiteX5" fmla="*/ 119957 w 3414743"/>
              <a:gd name="connsiteY5" fmla="*/ 719721 h 719721"/>
              <a:gd name="connsiteX6" fmla="*/ 0 w 3414743"/>
              <a:gd name="connsiteY6" fmla="*/ 599765 h 719721"/>
              <a:gd name="connsiteX7" fmla="*/ 0 w 3414743"/>
              <a:gd name="connsiteY7" fmla="*/ 119956 h 719721"/>
              <a:gd name="connsiteX8" fmla="*/ 119957 w 3414743"/>
              <a:gd name="connsiteY8" fmla="*/ 0 h 719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4743" h="719721">
                <a:moveTo>
                  <a:pt x="119957" y="0"/>
                </a:moveTo>
                <a:lnTo>
                  <a:pt x="3294787" y="0"/>
                </a:lnTo>
                <a:cubicBezTo>
                  <a:pt x="3361037" y="0"/>
                  <a:pt x="3414743" y="53706"/>
                  <a:pt x="3414743" y="119956"/>
                </a:cubicBezTo>
                <a:lnTo>
                  <a:pt x="3414743" y="599765"/>
                </a:lnTo>
                <a:cubicBezTo>
                  <a:pt x="3414743" y="666015"/>
                  <a:pt x="3361037" y="719721"/>
                  <a:pt x="3294787" y="719721"/>
                </a:cubicBezTo>
                <a:lnTo>
                  <a:pt x="119957" y="719721"/>
                </a:lnTo>
                <a:cubicBezTo>
                  <a:pt x="53706" y="719721"/>
                  <a:pt x="0" y="666015"/>
                  <a:pt x="0" y="599765"/>
                </a:cubicBezTo>
                <a:lnTo>
                  <a:pt x="0" y="119956"/>
                </a:lnTo>
                <a:cubicBezTo>
                  <a:pt x="0" y="53706"/>
                  <a:pt x="53706" y="0"/>
                  <a:pt x="119957" y="0"/>
                </a:cubicBezTo>
                <a:close/>
              </a:path>
            </a:pathLst>
          </a:custGeom>
          <a:ln w="3175">
            <a:solidFill>
              <a:schemeClr val="bg1">
                <a:alpha val="85000"/>
              </a:schemeClr>
            </a:solidFill>
          </a:ln>
        </p:spPr>
      </p:pic>
      <p:sp>
        <p:nvSpPr>
          <p:cNvPr id="3" name="부제목 2">
            <a:extLst>
              <a:ext uri="{FF2B5EF4-FFF2-40B4-BE49-F238E27FC236}">
                <a16:creationId xmlns:a16="http://schemas.microsoft.com/office/drawing/2014/main" id="{E767828E-E573-48EF-BB67-FF6672CCE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59605" y="5096510"/>
            <a:ext cx="3415030" cy="719455"/>
          </a:xfrm>
        </p:spPr>
        <p:txBody>
          <a:bodyPr anchor="ctr">
            <a:normAutofit/>
          </a:bodyPr>
          <a:lstStyle/>
          <a:p>
            <a:r>
              <a:rPr lang="ko-KR" altLang="en-US">
                <a:solidFill>
                  <a:schemeClr val="bg1"/>
                </a:solidFill>
                <a:effectLst>
                  <a:outerShdw blurRad="50800" dist="50800" dir="54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게임 인재원 </a:t>
            </a:r>
            <a:r>
              <a:rPr lang="en-US" altLang="ko-KR">
                <a:solidFill>
                  <a:schemeClr val="bg2">
                    <a:lumMod val="25000"/>
                  </a:schemeClr>
                </a:solidFill>
                <a:effectLst>
                  <a:outerShdw blurRad="50800" dist="50800" dir="54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7</a:t>
            </a:r>
            <a:r>
              <a:rPr lang="ko-KR" altLang="en-US">
                <a:solidFill>
                  <a:schemeClr val="bg2">
                    <a:lumMod val="25000"/>
                  </a:schemeClr>
                </a:solidFill>
                <a:effectLst>
                  <a:outerShdw blurRad="50800" dist="50800" dir="54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기 </a:t>
            </a:r>
            <a:r>
              <a:rPr lang="ko-KR" altLang="en-US" err="1">
                <a:solidFill>
                  <a:schemeClr val="bg1"/>
                </a:solidFill>
                <a:effectLst>
                  <a:outerShdw blurRad="50800" dist="50800" dir="54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정민기</a:t>
            </a:r>
            <a:endParaRPr lang="ko-KR" altLang="en-US">
              <a:solidFill>
                <a:schemeClr val="bg1"/>
              </a:solidFill>
              <a:effectLst>
                <a:outerShdw blurRad="50800" dist="50800" dir="5400000" algn="ctr" rotWithShape="0">
                  <a:schemeClr val="bg2">
                    <a:lumMod val="50000"/>
                  </a:schemeClr>
                </a:outerShdw>
              </a:effectLst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C583699-E232-48A7-AABC-CF08B3BF2FC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45"/>
                    </a14:imgEffect>
                    <a14:imgEffect>
                      <a14:sharpenSoften amount="-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008" t="14677" r="10008" b="50000"/>
          <a:stretch/>
        </p:blipFill>
        <p:spPr>
          <a:xfrm>
            <a:off x="1220470" y="737235"/>
            <a:ext cx="9751695" cy="2691765"/>
          </a:xfrm>
          <a:custGeom>
            <a:avLst/>
            <a:gdLst>
              <a:gd name="connsiteX0" fmla="*/ 448606 w 9751634"/>
              <a:gd name="connsiteY0" fmla="*/ 0 h 2691581"/>
              <a:gd name="connsiteX1" fmla="*/ 9303028 w 9751634"/>
              <a:gd name="connsiteY1" fmla="*/ 0 h 2691581"/>
              <a:gd name="connsiteX2" fmla="*/ 9751634 w 9751634"/>
              <a:gd name="connsiteY2" fmla="*/ 448606 h 2691581"/>
              <a:gd name="connsiteX3" fmla="*/ 9751634 w 9751634"/>
              <a:gd name="connsiteY3" fmla="*/ 2242975 h 2691581"/>
              <a:gd name="connsiteX4" fmla="*/ 9303028 w 9751634"/>
              <a:gd name="connsiteY4" fmla="*/ 2691581 h 2691581"/>
              <a:gd name="connsiteX5" fmla="*/ 448606 w 9751634"/>
              <a:gd name="connsiteY5" fmla="*/ 2691581 h 2691581"/>
              <a:gd name="connsiteX6" fmla="*/ 0 w 9751634"/>
              <a:gd name="connsiteY6" fmla="*/ 2242975 h 2691581"/>
              <a:gd name="connsiteX7" fmla="*/ 0 w 9751634"/>
              <a:gd name="connsiteY7" fmla="*/ 448606 h 2691581"/>
              <a:gd name="connsiteX8" fmla="*/ 448606 w 9751634"/>
              <a:gd name="connsiteY8" fmla="*/ 0 h 269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51634" h="2691581">
                <a:moveTo>
                  <a:pt x="448606" y="0"/>
                </a:moveTo>
                <a:lnTo>
                  <a:pt x="9303028" y="0"/>
                </a:lnTo>
                <a:cubicBezTo>
                  <a:pt x="9550786" y="0"/>
                  <a:pt x="9751634" y="200848"/>
                  <a:pt x="9751634" y="448606"/>
                </a:cubicBezTo>
                <a:lnTo>
                  <a:pt x="9751634" y="2242975"/>
                </a:lnTo>
                <a:cubicBezTo>
                  <a:pt x="9751634" y="2490733"/>
                  <a:pt x="9550786" y="2691581"/>
                  <a:pt x="9303028" y="2691581"/>
                </a:cubicBezTo>
                <a:lnTo>
                  <a:pt x="448606" y="2691581"/>
                </a:lnTo>
                <a:cubicBezTo>
                  <a:pt x="200848" y="2691581"/>
                  <a:pt x="0" y="2490733"/>
                  <a:pt x="0" y="2242975"/>
                </a:cubicBezTo>
                <a:lnTo>
                  <a:pt x="0" y="448606"/>
                </a:lnTo>
                <a:cubicBezTo>
                  <a:pt x="0" y="200848"/>
                  <a:pt x="200848" y="0"/>
                  <a:pt x="448606" y="0"/>
                </a:cubicBezTo>
                <a:close/>
              </a:path>
            </a:pathLst>
          </a:custGeom>
          <a:ln w="3175">
            <a:solidFill>
              <a:schemeClr val="bg1">
                <a:alpha val="85000"/>
              </a:schemeClr>
            </a:solidFill>
          </a:ln>
          <a:effectLst>
            <a:softEdge rad="0"/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B3377D0-79EE-4005-982B-2835D195E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0470" y="574040"/>
            <a:ext cx="9751695" cy="2387600"/>
          </a:xfrm>
        </p:spPr>
        <p:txBody>
          <a:bodyPr>
            <a:normAutofit/>
          </a:bodyPr>
          <a:lstStyle/>
          <a:p>
            <a:r>
              <a:rPr lang="en-US" altLang="ko-KR">
                <a:gradFill>
                  <a:gsLst>
                    <a:gs pos="21000">
                      <a:schemeClr val="tx1"/>
                    </a:gs>
                    <a:gs pos="84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DirectX</a:t>
            </a:r>
            <a:r>
              <a:rPr lang="en-US" altLang="ko-KR"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>
                <a:gradFill>
                  <a:gsLst>
                    <a:gs pos="100000">
                      <a:srgbClr val="E81845"/>
                    </a:gs>
                    <a:gs pos="0">
                      <a:srgbClr val="FF6D6D"/>
                    </a:gs>
                  </a:gsLst>
                  <a:lin ang="5400000" scaled="0"/>
                </a:gradFill>
                <a:effectLst>
                  <a:outerShdw blurRad="50800" dist="50800" dir="3600000" algn="ctr" rotWithShape="0">
                    <a:srgbClr val="A2466D"/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11</a:t>
            </a:r>
            <a:r>
              <a:rPr lang="en-US" altLang="ko-KR">
                <a:solidFill>
                  <a:schemeClr val="accent1"/>
                </a:soli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>
                <a:gradFill>
                  <a:gsLst>
                    <a:gs pos="21000">
                      <a:schemeClr val="tx1"/>
                    </a:gs>
                    <a:gs pos="84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렌더링 파이프라인 </a:t>
            </a:r>
            <a:br>
              <a:rPr lang="en-US" altLang="ko-KR"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</a:br>
            <a:r>
              <a:rPr lang="ko-KR" altLang="en-US">
                <a:gradFill>
                  <a:gsLst>
                    <a:gs pos="100000">
                      <a:srgbClr val="186CE8"/>
                    </a:gs>
                    <a:gs pos="0">
                      <a:srgbClr val="70D1FC"/>
                    </a:gs>
                  </a:gsLst>
                  <a:lin ang="5400000" scaled="0"/>
                </a:gradFill>
                <a:effectLst>
                  <a:outerShdw blurRad="50800" dist="50800" dir="3600000" algn="ctr" rotWithShape="0">
                    <a:srgbClr val="536395"/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스테이지</a:t>
            </a:r>
            <a:r>
              <a:rPr lang="ko-KR" altLang="en-US"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>
                <a:gradFill>
                  <a:gsLst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개요</a:t>
            </a:r>
          </a:p>
        </p:txBody>
      </p:sp>
    </p:spTree>
    <p:extLst>
      <p:ext uri="{BB962C8B-B14F-4D97-AF65-F5344CB8AC3E}">
        <p14:creationId xmlns:p14="http://schemas.microsoft.com/office/powerpoint/2010/main" val="506823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4CDEFE-27B1-4234-BF7E-1ACBBCC52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>
                <a:ln w="0"/>
                <a:gradFill>
                  <a:gsLst>
                    <a:gs pos="21000">
                      <a:srgbClr val="007DD2"/>
                    </a:gs>
                    <a:gs pos="84000">
                      <a:srgbClr val="00B0F0"/>
                    </a:gs>
                  </a:gsLst>
                  <a:lin ang="5400000" scaled="0"/>
                </a:gradFill>
                <a:effectLst>
                  <a:outerShdw blurRad="50800" dist="50800" dir="5400000" algn="ctr" rotWithShape="0">
                    <a:schemeClr val="accent1">
                      <a:lumMod val="60000"/>
                      <a:lumOff val="40000"/>
                    </a:scheme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들어가기에 앞서</a:t>
            </a:r>
            <a:r>
              <a:rPr lang="en-US" altLang="ko-KR">
                <a:ln w="0"/>
                <a:gradFill>
                  <a:gsLst>
                    <a:gs pos="21000">
                      <a:srgbClr val="007DD2"/>
                    </a:gs>
                    <a:gs pos="84000">
                      <a:srgbClr val="00B0F0"/>
                    </a:gs>
                  </a:gsLst>
                  <a:lin ang="5400000" scaled="0"/>
                </a:gradFill>
                <a:effectLst>
                  <a:outerShdw blurRad="50800" dist="50800" dir="5400000" algn="ctr" rotWithShape="0">
                    <a:schemeClr val="accent1">
                      <a:lumMod val="60000"/>
                      <a:lumOff val="40000"/>
                    </a:scheme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…</a:t>
            </a:r>
            <a:endParaRPr lang="ko-KR" altLang="en-US">
              <a:effectLst>
                <a:outerShdw blurRad="50800" dist="50800" dir="5400000" algn="ctr" rotWithShape="0">
                  <a:schemeClr val="accent1">
                    <a:lumMod val="60000"/>
                    <a:lumOff val="40000"/>
                  </a:schemeClr>
                </a:outerShdw>
              </a:effectLst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>
              <a:lnSpc>
                <a:spcPct val="100000"/>
              </a:lnSpc>
              <a:buFont typeface="한컴 말랑말랑 Regular"/>
              <a:buChar char="•"/>
            </a:pPr>
            <a:r>
              <a:rPr lang="ko-KR" altLang="en-US">
                <a:gradFill>
                  <a:gsLst>
                    <a:gs pos="1000">
                      <a:srgbClr val="353758"/>
                    </a:gs>
                    <a:gs pos="100000">
                      <a:srgbClr val="CD89A8"/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Bold" charset="0"/>
                <a:ea typeface="한컴 말랑말랑 Bold" charset="0"/>
              </a:rPr>
              <a:t>렌</a:t>
            </a:r>
            <a:r>
              <a:rPr lang="ko-KR" altLang="en-US">
                <a:gradFill>
                  <a:gsLst>
                    <a:gs pos="0">
                      <a:srgbClr val="5A5D62"/>
                    </a:gs>
                    <a:gs pos="46000">
                      <a:srgbClr val="353758"/>
                    </a:gs>
                    <a:gs pos="100000">
                      <a:srgbClr val="CD89A8"/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Bold" charset="0"/>
                <a:ea typeface="한컴 말랑말랑 Bold" charset="0"/>
              </a:rPr>
              <a:t>더</a:t>
            </a:r>
            <a:r>
              <a:rPr lang="ko-KR" altLang="en-US">
                <a:gradFill rotWithShape="1">
                  <a:gsLst>
                    <a:gs pos="21000">
                      <a:srgbClr val="53575C"/>
                    </a:gs>
                    <a:gs pos="84000">
                      <a:srgbClr val="4A4263"/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Bold" charset="0"/>
                <a:ea typeface="한컴 말랑말랑 Bold" charset="0"/>
              </a:rPr>
              <a:t>링</a:t>
            </a:r>
            <a:r>
              <a:rPr lang="ko-KR" altLang="en-US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Bold" charset="0"/>
                <a:ea typeface="한컴 말랑말랑 Bold" charset="0"/>
              </a:rPr>
              <a:t> 파이프라인</a:t>
            </a:r>
            <a:r>
              <a:rPr lang="ko-KR" altLang="en-US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이란</a:t>
            </a:r>
            <a:r>
              <a:rPr lang="en-US" altLang="ko-KR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?</a:t>
            </a:r>
            <a:endParaRPr lang="ko-KR" altLang="en-US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</a:endParaRPr>
          </a:p>
          <a:p>
            <a:pPr marL="685800" lvl="1" indent="-228600">
              <a:lnSpc>
                <a:spcPct val="100000"/>
              </a:lnSpc>
              <a:buFont typeface="한컴 말랑말랑 Regular"/>
              <a:buChar char="-"/>
            </a:pPr>
            <a:r>
              <a:rPr lang="ko-KR" altLang="ko-KR" sz="24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</a:rPr>
              <a:t>3차원 장면</a:t>
            </a:r>
            <a:r>
              <a:rPr lang="ko-KR" altLang="en-US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의 기하정보를 입력받아</a:t>
            </a:r>
            <a:r>
              <a:rPr lang="en-US" altLang="ko-KR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, </a:t>
            </a:r>
            <a:r>
              <a:rPr lang="ko-KR" altLang="ko-KR" sz="24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</a:rPr>
              <a:t>2차원 화면</a:t>
            </a:r>
            <a:r>
              <a:rPr lang="ko-KR" altLang="en-US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에 출력 가능한 픽셀 데이터로 변환하는 일련의 </a:t>
            </a:r>
            <a:r>
              <a:rPr lang="ko-KR" altLang="ko-KR" sz="24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</a:rPr>
              <a:t>처리 과정</a:t>
            </a:r>
            <a:r>
              <a:rPr lang="ko-KR" altLang="en-US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을 뜻합니다</a:t>
            </a:r>
            <a:r>
              <a:rPr lang="en-US" altLang="ko-KR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.</a:t>
            </a:r>
            <a:endParaRPr lang="en-US" altLang="ko-KR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</a:endParaRPr>
          </a:p>
          <a:p>
            <a:pPr marL="685800" lvl="1" indent="-228600">
              <a:lnSpc>
                <a:spcPct val="100000"/>
              </a:lnSpc>
              <a:buFont typeface="한컴 말랑말랑 Regular"/>
              <a:buChar char="-"/>
            </a:pPr>
            <a:r>
              <a:rPr lang="ko-KR" altLang="ko-KR" sz="24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</a:rPr>
              <a:t>파이프라인은</a:t>
            </a:r>
            <a:r>
              <a:rPr lang="ko-KR" altLang="en-US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 여러 단계</a:t>
            </a:r>
            <a:r>
              <a:rPr lang="en-US" altLang="ko-KR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(</a:t>
            </a:r>
            <a:r>
              <a:rPr lang="ko-KR" altLang="en-US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스테이지</a:t>
            </a:r>
            <a:r>
              <a:rPr lang="en-US" altLang="ko-KR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)</a:t>
            </a:r>
            <a:r>
              <a:rPr lang="ko-KR" altLang="en-US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로 구성되며</a:t>
            </a:r>
            <a:r>
              <a:rPr lang="en-US" altLang="ko-KR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, </a:t>
            </a:r>
            <a:r>
              <a:rPr lang="ko-KR" altLang="en-US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각 </a:t>
            </a:r>
            <a:r>
              <a:rPr lang="ko-KR" altLang="ko-KR" sz="24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</a:rPr>
              <a:t>스테이지</a:t>
            </a:r>
            <a:r>
              <a:rPr lang="ko-KR" altLang="en-US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는 좌표 변환</a:t>
            </a:r>
            <a:r>
              <a:rPr lang="en-US" altLang="ko-KR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, </a:t>
            </a:r>
            <a:r>
              <a:rPr lang="ko-KR" altLang="en-US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조명</a:t>
            </a:r>
            <a:r>
              <a:rPr lang="en-US" altLang="ko-KR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/</a:t>
            </a:r>
            <a:r>
              <a:rPr lang="ko-KR" altLang="en-US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재질 계산</a:t>
            </a:r>
            <a:r>
              <a:rPr lang="en-US" altLang="ko-KR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, </a:t>
            </a:r>
            <a:r>
              <a:rPr lang="ko-KR" altLang="en-US" err="1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래스터화</a:t>
            </a:r>
            <a:r>
              <a:rPr lang="en-US" altLang="ko-KR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, </a:t>
            </a:r>
            <a:r>
              <a:rPr lang="ko-KR" altLang="en-US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픽셀 처리 등 서로 </a:t>
            </a:r>
            <a:r>
              <a:rPr lang="ko-KR" altLang="ko-KR" sz="24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</a:rPr>
              <a:t>다른 역할을 담당</a:t>
            </a:r>
            <a:r>
              <a:rPr lang="ko-KR" altLang="en-US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합니다</a:t>
            </a:r>
            <a:r>
              <a:rPr lang="en-US" altLang="ko-KR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.</a:t>
            </a:r>
            <a:endParaRPr lang="ko-KR" altLang="en-US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</a:endParaRPr>
          </a:p>
          <a:p>
            <a:pPr marL="685800" lvl="1" indent="-228600">
              <a:lnSpc>
                <a:spcPct val="100000"/>
              </a:lnSpc>
              <a:buFont typeface="한컴 말랑말랑 Regular"/>
              <a:buChar char="-"/>
            </a:pPr>
            <a:r>
              <a:rPr lang="ko-KR" altLang="en-US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이 중 일부 스테이지는 그래픽스 </a:t>
            </a:r>
            <a:r>
              <a:rPr lang="en-US" altLang="ko-KR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API</a:t>
            </a:r>
            <a:r>
              <a:rPr lang="ko-KR" altLang="en-US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를 통해 </a:t>
            </a:r>
            <a:r>
              <a:rPr lang="ko-KR" altLang="ko-KR" sz="24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</a:rPr>
              <a:t>사용자가 직접 프로그램을 작성하여 원하는 방식으로 동작을 제어</a:t>
            </a:r>
            <a:r>
              <a:rPr lang="ko-KR" altLang="en-US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할 수 있습니다</a:t>
            </a:r>
            <a:r>
              <a:rPr lang="en-US" altLang="ko-KR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.</a:t>
            </a:r>
            <a:endParaRPr lang="ko-KR" altLang="en-US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D54BE1A-21BB-4CA0-9948-70261D8B7B1D}"/>
              </a:ext>
            </a:extLst>
          </p:cNvPr>
          <p:cNvCxnSpPr>
            <a:cxnSpLocks/>
          </p:cNvCxnSpPr>
          <p:nvPr/>
        </p:nvCxnSpPr>
        <p:spPr>
          <a:xfrm>
            <a:off x="838200" y="1592580"/>
            <a:ext cx="10515600" cy="0"/>
          </a:xfrm>
          <a:prstGeom prst="line">
            <a:avLst/>
          </a:prstGeom>
          <a:ln w="38100" cap="rnd">
            <a:solidFill>
              <a:srgbClr val="00B0F0"/>
            </a:solidFill>
          </a:ln>
          <a:effectLst>
            <a:outerShdw blurRad="50800" dist="38100" dir="5400000" algn="t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462681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4CDEFE-27B1-4234-BF7E-1ACBBCC52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ln w="0"/>
                <a:gradFill>
                  <a:gsLst>
                    <a:gs pos="21000">
                      <a:srgbClr val="007DD2"/>
                    </a:gs>
                    <a:gs pos="84000">
                      <a:srgbClr val="00B0F0"/>
                    </a:gs>
                  </a:gsLst>
                  <a:lin ang="5400000" scaled="0"/>
                </a:gradFill>
                <a:effectLst>
                  <a:outerShdw blurRad="50800" dist="50800" dir="5400000" algn="ctr" rotWithShape="0">
                    <a:schemeClr val="accent1">
                      <a:lumMod val="60000"/>
                      <a:lumOff val="40000"/>
                    </a:scheme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주요 스테이지</a:t>
            </a:r>
            <a:endParaRPr lang="ko-KR" altLang="en-US">
              <a:gradFill>
                <a:gsLst>
                  <a:gs pos="21000">
                    <a:srgbClr val="007DD2"/>
                  </a:gs>
                  <a:gs pos="84000">
                    <a:srgbClr val="00B0F0"/>
                  </a:gs>
                </a:gsLst>
                <a:lin ang="5400000" scaled="0"/>
              </a:gradFill>
              <a:effectLst>
                <a:outerShdw blurRad="50800" dist="50800" dir="5400000" algn="ctr" rotWithShape="0">
                  <a:schemeClr val="accent1">
                    <a:lumMod val="60000"/>
                    <a:lumOff val="40000"/>
                  </a:schemeClr>
                </a:outerShdw>
              </a:effectLst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D6A8F0-E003-43E1-869D-6D4B56400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>
                <a:ln w="0"/>
                <a:gradFill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입력 조립기</a:t>
            </a:r>
            <a:endParaRPr lang="en-US" altLang="ko-KR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>
              <a:lnSpc>
                <a:spcPct val="100000"/>
              </a:lnSpc>
            </a:pPr>
            <a:r>
              <a:rPr lang="ko-KR" altLang="en-US">
                <a:ln w="0"/>
                <a:gradFill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정점 </a:t>
            </a:r>
            <a:r>
              <a:rPr lang="ko-KR" altLang="en-US" err="1">
                <a:ln w="0"/>
                <a:gradFill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셰이더</a:t>
            </a:r>
            <a:endParaRPr lang="en-US" altLang="ko-KR">
              <a:ln w="0"/>
              <a:gradFill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 scaled="0"/>
              </a:gra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>
              <a:lnSpc>
                <a:spcPct val="100000"/>
              </a:lnSpc>
            </a:pPr>
            <a:r>
              <a:rPr lang="ko-KR" altLang="en-US">
                <a:ln w="0"/>
                <a:gradFill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기하 </a:t>
            </a:r>
            <a:r>
              <a:rPr lang="ko-KR" altLang="en-US" err="1">
                <a:ln w="0"/>
                <a:gradFill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셰이더</a:t>
            </a:r>
            <a:endParaRPr lang="en-US" altLang="ko-KR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>
              <a:lnSpc>
                <a:spcPct val="100000"/>
              </a:lnSpc>
            </a:pPr>
            <a:r>
              <a:rPr lang="ko-KR" altLang="en-US">
                <a:ln w="0"/>
                <a:gradFill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래스터라이저</a:t>
            </a:r>
            <a:endParaRPr lang="en-US" altLang="ko-KR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>
              <a:lnSpc>
                <a:spcPct val="100000"/>
              </a:lnSpc>
            </a:pPr>
            <a:r>
              <a:rPr lang="ko-KR" altLang="en-US">
                <a:ln w="0"/>
                <a:gradFill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픽셀 </a:t>
            </a:r>
            <a:r>
              <a:rPr lang="ko-KR" altLang="en-US" err="1">
                <a:ln w="0"/>
                <a:gradFill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셰이더</a:t>
            </a:r>
            <a:endParaRPr lang="en-US" altLang="ko-KR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>
              <a:lnSpc>
                <a:spcPct val="100000"/>
              </a:lnSpc>
            </a:pPr>
            <a:r>
              <a:rPr lang="ko-KR" altLang="en-US">
                <a:ln w="0"/>
                <a:gradFill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출력 </a:t>
            </a:r>
            <a:r>
              <a:rPr lang="ko-KR" altLang="en-US" err="1">
                <a:ln w="0"/>
                <a:gradFill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병합기</a:t>
            </a:r>
            <a:endParaRPr lang="en-US" altLang="ko-KR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D54BE1A-21BB-4CA0-9948-70261D8B7B1D}"/>
              </a:ext>
            </a:extLst>
          </p:cNvPr>
          <p:cNvCxnSpPr>
            <a:cxnSpLocks/>
          </p:cNvCxnSpPr>
          <p:nvPr/>
        </p:nvCxnSpPr>
        <p:spPr>
          <a:xfrm>
            <a:off x="838200" y="1592826"/>
            <a:ext cx="10606548" cy="0"/>
          </a:xfrm>
          <a:prstGeom prst="line">
            <a:avLst/>
          </a:prstGeom>
          <a:ln w="38100" cap="rnd">
            <a:solidFill>
              <a:srgbClr val="00B0F0"/>
            </a:solidFill>
          </a:ln>
          <a:effectLst>
            <a:outerShdw blurRad="50800" dist="38100" dir="5400000" algn="t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8DBBF2AF-1F3E-43D7-8FDF-C3B09EE3F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153" y="2651275"/>
            <a:ext cx="2148595" cy="420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0893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4AFE552-B283-4F9F-9A71-C405BF851864}"/>
              </a:ext>
            </a:extLst>
          </p:cNvPr>
          <p:cNvSpPr/>
          <p:nvPr/>
        </p:nvSpPr>
        <p:spPr>
          <a:xfrm>
            <a:off x="0" y="0"/>
            <a:ext cx="12192000" cy="2100170"/>
          </a:xfrm>
          <a:prstGeom prst="rect">
            <a:avLst/>
          </a:prstGeom>
          <a:solidFill>
            <a:srgbClr val="70D1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A72501D-0460-4125-9CA3-1E4487A961F4}"/>
              </a:ext>
            </a:extLst>
          </p:cNvPr>
          <p:cNvSpPr/>
          <p:nvPr/>
        </p:nvSpPr>
        <p:spPr>
          <a:xfrm>
            <a:off x="0" y="2100170"/>
            <a:ext cx="12192000" cy="418855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rgbClr val="70D1F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74CDEFE-27B1-4234-BF7E-1ACBBCC52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39" y="594359"/>
            <a:ext cx="10515600" cy="1325563"/>
          </a:xfrm>
        </p:spPr>
        <p:txBody>
          <a:bodyPr/>
          <a:lstStyle/>
          <a:p>
            <a:r>
              <a:rPr lang="ko-KR" altLang="en-US">
                <a:gradFill>
                  <a:gsLst>
                    <a:gs pos="100000">
                      <a:schemeClr val="bg1"/>
                    </a:gs>
                    <a:gs pos="0">
                      <a:srgbClr val="D7F3F9"/>
                    </a:gs>
                  </a:gsLst>
                  <a:lin ang="5400000" scaled="1"/>
                </a:gradFill>
                <a:effectLst>
                  <a:glow rad="76200">
                    <a:schemeClr val="tx2">
                      <a:alpha val="5000"/>
                    </a:schemeClr>
                  </a:glow>
                  <a:reflection blurRad="50800" stA="70000" endPos="50000" dist="88900" dir="5400000" sy="-100000" algn="bl" rotWithShape="0"/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입력 조립기</a:t>
            </a:r>
            <a:r>
              <a:rPr lang="en-US" altLang="ko-KR">
                <a:gradFill>
                  <a:gsLst>
                    <a:gs pos="100000">
                      <a:schemeClr val="bg1"/>
                    </a:gs>
                    <a:gs pos="0">
                      <a:srgbClr val="D7F3F9"/>
                    </a:gs>
                  </a:gsLst>
                  <a:lin ang="5400000" scaled="1"/>
                </a:gradFill>
                <a:effectLst>
                  <a:glow rad="76200">
                    <a:schemeClr val="tx2">
                      <a:alpha val="5000"/>
                    </a:schemeClr>
                  </a:glow>
                  <a:reflection blurRad="50800" stA="70000" endPos="50000" dist="88900" dir="5400000" sy="-100000" algn="bl" rotWithShape="0"/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>
                <a:gradFill>
                  <a:gsLst>
                    <a:gs pos="100000">
                      <a:schemeClr val="bg1"/>
                    </a:gs>
                    <a:gs pos="0">
                      <a:srgbClr val="D7F3F9"/>
                    </a:gs>
                  </a:gsLst>
                  <a:lin ang="5400000" scaled="1"/>
                </a:gradFill>
                <a:effectLst>
                  <a:glow rad="76200">
                    <a:schemeClr val="tx2">
                      <a:alpha val="5000"/>
                    </a:schemeClr>
                  </a:glow>
                  <a:reflection blurRad="50800" stA="70000" endPos="50000" dist="88900" dir="5400000" sy="-100000" algn="bl" rotWithShape="0"/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스테이지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CE70D2A-F4C8-4142-AF74-6333EF86FC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55" y="3484091"/>
            <a:ext cx="2857500" cy="2857500"/>
          </a:xfrm>
          <a:prstGeom prst="rect">
            <a:avLst/>
          </a:prstGeom>
        </p:spPr>
      </p:pic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54AE9246-5D59-4B6C-97AD-AB2B73AF2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9959" y="2694529"/>
            <a:ext cx="7444986" cy="3817221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>
                <a:ln w="0"/>
                <a:gradFill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입력 조립기 스테이지에서는 </a:t>
            </a:r>
            <a:r>
              <a:rPr lang="en-US" altLang="ko-KR">
                <a:ln w="0"/>
                <a:gradFill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GPU</a:t>
            </a:r>
            <a:r>
              <a:rPr lang="ko-KR" altLang="en-US">
                <a:ln w="0"/>
                <a:gradFill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로 전송된 </a:t>
            </a:r>
            <a:r>
              <a:rPr lang="ko-KR" altLang="en-US">
                <a:ln w="0"/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</a:rPr>
              <a:t>버퍼데이터</a:t>
            </a:r>
            <a:r>
              <a:rPr lang="ko-KR" altLang="en-US">
                <a:ln w="0"/>
                <a:gradFill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를 </a:t>
            </a:r>
            <a:r>
              <a:rPr lang="en-US" altLang="ko-KR">
                <a:ln w="0"/>
                <a:gradFill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GPU</a:t>
            </a:r>
            <a:r>
              <a:rPr lang="ko-KR" altLang="en-US">
                <a:ln w="0"/>
                <a:gradFill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가 </a:t>
            </a:r>
            <a:r>
              <a:rPr lang="en-US" altLang="ko-KR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</a:rPr>
              <a:t>InputLayout</a:t>
            </a:r>
            <a:r>
              <a:rPr lang="ko-KR" altLang="en-US">
                <a:ln w="0"/>
                <a:gradFill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을 이용해 해석하고 </a:t>
            </a:r>
            <a:r>
              <a:rPr lang="ko-KR" altLang="en-US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</a:rPr>
              <a:t>프리미티브</a:t>
            </a:r>
            <a:r>
              <a:rPr lang="en-US" altLang="ko-KR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</a:rPr>
              <a:t>(</a:t>
            </a:r>
            <a:r>
              <a:rPr lang="ko-KR" altLang="en-US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</a:rPr>
              <a:t>점</a:t>
            </a:r>
            <a:r>
              <a:rPr lang="en-US" altLang="ko-KR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</a:rPr>
              <a:t>, </a:t>
            </a:r>
            <a:r>
              <a:rPr lang="ko-KR" altLang="en-US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</a:rPr>
              <a:t>선</a:t>
            </a:r>
            <a:r>
              <a:rPr lang="en-US" altLang="ko-KR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</a:rPr>
              <a:t>, </a:t>
            </a:r>
            <a:r>
              <a:rPr lang="ko-KR" altLang="en-US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</a:rPr>
              <a:t>삼각형</a:t>
            </a:r>
            <a:r>
              <a:rPr lang="en-US" altLang="ko-KR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</a:rPr>
              <a:t>)</a:t>
            </a:r>
            <a:r>
              <a:rPr lang="ko-KR" altLang="en-US">
                <a:ln w="0"/>
                <a:gradFill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로 묶어냅니다</a:t>
            </a:r>
            <a:r>
              <a:rPr lang="en-US" altLang="ko-KR">
                <a:ln w="0"/>
                <a:gradFill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>
                <a:ln w="0"/>
                <a:gradFill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endParaRPr lang="en-US" altLang="ko-KR">
              <a:ln w="0"/>
              <a:gradFill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 scaled="0"/>
              </a:gra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9B1C060-3C2C-4BFC-8475-7329B3A65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341" y="4672755"/>
            <a:ext cx="3311472" cy="860799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15FDB587-8B60-441E-9D45-8F00B9E180A7}"/>
              </a:ext>
            </a:extLst>
          </p:cNvPr>
          <p:cNvSpPr/>
          <p:nvPr/>
        </p:nvSpPr>
        <p:spPr>
          <a:xfrm>
            <a:off x="8458575" y="5533554"/>
            <a:ext cx="659675" cy="313508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0">
                <a:srgbClr val="D7F3F9"/>
              </a:gs>
              <a:gs pos="100000">
                <a:srgbClr val="00B0F0"/>
              </a:gs>
              <a:gs pos="36000">
                <a:srgbClr val="A3E7FF"/>
              </a:gs>
            </a:gsLst>
            <a:lin ang="5400000" scaled="1"/>
            <a:tileRect/>
          </a:gradFill>
          <a:ln>
            <a:solidFill>
              <a:schemeClr val="bg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이등변 삼각형 8">
            <a:extLst>
              <a:ext uri="{FF2B5EF4-FFF2-40B4-BE49-F238E27FC236}">
                <a16:creationId xmlns:a16="http://schemas.microsoft.com/office/drawing/2014/main" id="{7C05E19D-CE3D-402C-98D2-4A76EF458E03}"/>
              </a:ext>
            </a:extLst>
          </p:cNvPr>
          <p:cNvSpPr/>
          <p:nvPr/>
        </p:nvSpPr>
        <p:spPr>
          <a:xfrm>
            <a:off x="9638726" y="5099142"/>
            <a:ext cx="1156659" cy="1021566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1CDA0C04-74DE-4429-B4AB-AE1F5BAE68D4}"/>
              </a:ext>
            </a:extLst>
          </p:cNvPr>
          <p:cNvSpPr/>
          <p:nvPr/>
        </p:nvSpPr>
        <p:spPr>
          <a:xfrm>
            <a:off x="10141943" y="5024030"/>
            <a:ext cx="150223" cy="1502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60FB31B-1DC0-452F-9EEF-51C781F02C87}"/>
              </a:ext>
            </a:extLst>
          </p:cNvPr>
          <p:cNvSpPr/>
          <p:nvPr/>
        </p:nvSpPr>
        <p:spPr>
          <a:xfrm>
            <a:off x="10720273" y="6045597"/>
            <a:ext cx="150223" cy="1502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04D36E8D-2468-4640-8F6C-55820AD02E8E}"/>
              </a:ext>
            </a:extLst>
          </p:cNvPr>
          <p:cNvSpPr/>
          <p:nvPr/>
        </p:nvSpPr>
        <p:spPr>
          <a:xfrm>
            <a:off x="9569757" y="6045596"/>
            <a:ext cx="150223" cy="1502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9E3EA78-C936-4E38-BF81-AA6F5FEBD8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341" y="5711197"/>
            <a:ext cx="2093808" cy="31519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21E9F0E-AB2A-468F-920C-5FAE4C8D47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341" y="6212702"/>
            <a:ext cx="3764046" cy="25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3997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8" grpId="0" animBg="1"/>
      <p:bldP spid="9" grpId="0" animBg="1"/>
      <p:bldP spid="12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4AFE552-B283-4F9F-9A71-C405BF851864}"/>
              </a:ext>
            </a:extLst>
          </p:cNvPr>
          <p:cNvSpPr/>
          <p:nvPr/>
        </p:nvSpPr>
        <p:spPr>
          <a:xfrm>
            <a:off x="0" y="0"/>
            <a:ext cx="12192000" cy="2099945"/>
          </a:xfrm>
          <a:prstGeom prst="rect">
            <a:avLst/>
          </a:prstGeom>
          <a:solidFill>
            <a:srgbClr val="70D1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A72501D-0460-4125-9CA3-1E4487A961F4}"/>
              </a:ext>
            </a:extLst>
          </p:cNvPr>
          <p:cNvSpPr/>
          <p:nvPr/>
        </p:nvSpPr>
        <p:spPr>
          <a:xfrm>
            <a:off x="0" y="2099945"/>
            <a:ext cx="12192000" cy="419100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rgbClr val="70D1F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74CDEFE-27B1-4234-BF7E-1ACBBCC52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05" y="594360"/>
            <a:ext cx="10515600" cy="1325880"/>
          </a:xfrm>
        </p:spPr>
        <p:txBody>
          <a:bodyPr/>
          <a:lstStyle/>
          <a:p>
            <a:r>
              <a:rPr lang="ko-KR" altLang="en-US">
                <a:gradFill>
                  <a:gsLst>
                    <a:gs pos="100000">
                      <a:schemeClr val="bg1"/>
                    </a:gs>
                    <a:gs pos="0">
                      <a:srgbClr val="D7F3F9"/>
                    </a:gs>
                  </a:gsLst>
                  <a:lin ang="5400000" scaled="1"/>
                </a:gradFill>
                <a:effectLst>
                  <a:glow rad="76200">
                    <a:schemeClr val="tx2">
                      <a:alpha val="5000"/>
                    </a:schemeClr>
                  </a:glow>
                  <a:reflection blurRad="50800" stA="70000" endPos="50000" dist="88900" dir="5400000" sy="-100000" algn="bl" rotWithShape="0"/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정점 셰이더</a:t>
            </a:r>
            <a:r>
              <a:rPr lang="en-US" altLang="ko-KR">
                <a:gradFill>
                  <a:gsLst>
                    <a:gs pos="100000">
                      <a:schemeClr val="bg1"/>
                    </a:gs>
                    <a:gs pos="0">
                      <a:srgbClr val="D7F3F9"/>
                    </a:gs>
                  </a:gsLst>
                  <a:lin ang="5400000" scaled="1"/>
                </a:gradFill>
                <a:effectLst>
                  <a:glow rad="76200">
                    <a:schemeClr val="tx2">
                      <a:alpha val="5000"/>
                    </a:schemeClr>
                  </a:glow>
                  <a:reflection blurRad="50800" stA="70000" endPos="50000" dist="88900" dir="5400000" sy="-100000" algn="bl" rotWithShape="0"/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>
                <a:gradFill>
                  <a:gsLst>
                    <a:gs pos="100000">
                      <a:schemeClr val="bg1"/>
                    </a:gs>
                    <a:gs pos="0">
                      <a:srgbClr val="D7F3F9"/>
                    </a:gs>
                  </a:gsLst>
                  <a:lin ang="5400000" scaled="1"/>
                </a:gradFill>
                <a:effectLst>
                  <a:glow rad="76200">
                    <a:schemeClr val="tx2">
                      <a:alpha val="5000"/>
                    </a:schemeClr>
                  </a:glow>
                  <a:reflection blurRad="50800" stA="70000" endPos="50000" dist="88900" dir="5400000" sy="-100000" algn="bl" rotWithShape="0"/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스테이지</a:t>
            </a:r>
            <a:endParaRPr lang="ko-KR" altLang="en-US">
              <a:gradFill>
                <a:gsLst>
                  <a:gs pos="100000">
                    <a:schemeClr val="bg1"/>
                  </a:gs>
                  <a:gs pos="0">
                    <a:srgbClr val="D7F3F9"/>
                  </a:gs>
                </a:gsLst>
                <a:lin ang="5400000" scaled="1"/>
              </a:gradFill>
              <a:effectLst>
                <a:reflection blurRad="50800" stA="70000" endPos="50000" dist="88900" dir="5400000" sy="-100000" algn="bl" rotWithShape="0"/>
              </a:effectLst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pic>
        <p:nvPicPr>
          <p:cNvPr id="14" name="내용 개체 틀 2" descr="C:/Users/minke/AppData/Roaming/PolarisOffice/ETemp/20636_14551048/fImage800884641.png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1775" y="3769360"/>
            <a:ext cx="3247390" cy="2592070"/>
          </a:xfrm>
          <a:prstGeom prst="rect">
            <a:avLst/>
          </a:prstGeom>
          <a:noFill/>
        </p:spPr>
      </p:pic>
      <p:sp>
        <p:nvSpPr>
          <p:cNvPr id="15" name="내용 개체 틀 1"/>
          <p:cNvSpPr txBox="1">
            <a:spLocks noGrp="1"/>
          </p:cNvSpPr>
          <p:nvPr/>
        </p:nvSpPr>
        <p:spPr>
          <a:xfrm>
            <a:off x="4340225" y="2694305"/>
            <a:ext cx="7445375" cy="381762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>
              <a:spcBef>
                <a:spcPts val="1000"/>
              </a:spcBef>
            </a:pPr>
            <a:r>
              <a:rPr lang="ko-KR" altLang="en-US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정점 </a:t>
            </a:r>
            <a:r>
              <a:rPr lang="ko-KR" altLang="en-US" sz="2800" err="1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셰이더</a:t>
            </a:r>
            <a:r>
              <a:rPr lang="ko-KR" altLang="en-US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 스테이지에서는 이전 스테이지에서 조립한 </a:t>
            </a:r>
            <a:r>
              <a:rPr lang="ko-KR" altLang="en-US" sz="2800" err="1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프리미티브에서</a:t>
            </a:r>
            <a:r>
              <a:rPr lang="ko-KR" altLang="en-US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 </a:t>
            </a:r>
            <a:r>
              <a:rPr lang="ko-KR" altLang="en-US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</a:rPr>
              <a:t>정점</a:t>
            </a:r>
            <a:r>
              <a:rPr lang="ko-KR" altLang="en-US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만을 불러와 </a:t>
            </a:r>
            <a:r>
              <a:rPr lang="ko-KR" altLang="en-US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</a:rPr>
              <a:t>정보를 수정</a:t>
            </a:r>
            <a:r>
              <a:rPr lang="ko-KR" altLang="en-US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합니다</a:t>
            </a:r>
            <a:r>
              <a:rPr lang="en-US" alt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. 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1B3B0A8-D981-4313-98D1-A521CDB704E4}"/>
              </a:ext>
            </a:extLst>
          </p:cNvPr>
          <p:cNvSpPr/>
          <p:nvPr/>
        </p:nvSpPr>
        <p:spPr>
          <a:xfrm>
            <a:off x="6268962" y="5914273"/>
            <a:ext cx="150223" cy="150223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EC38F5-B3A5-4B88-BE4A-B1BCAD95E756}"/>
              </a:ext>
            </a:extLst>
          </p:cNvPr>
          <p:cNvSpPr txBox="1"/>
          <p:nvPr/>
        </p:nvSpPr>
        <p:spPr>
          <a:xfrm>
            <a:off x="5476194" y="4646485"/>
            <a:ext cx="579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v1</a:t>
            </a:r>
            <a:endParaRPr lang="ko-KR" altLang="en-US" sz="100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300D02-85E3-460D-802A-EAA7D30D97F3}"/>
              </a:ext>
            </a:extLst>
          </p:cNvPr>
          <p:cNvSpPr txBox="1"/>
          <p:nvPr/>
        </p:nvSpPr>
        <p:spPr>
          <a:xfrm>
            <a:off x="4904008" y="5668051"/>
            <a:ext cx="579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v0</a:t>
            </a:r>
            <a:endParaRPr lang="ko-KR" altLang="en-US" sz="100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2D2061-8655-4234-AF68-BDC96033ABF1}"/>
              </a:ext>
            </a:extLst>
          </p:cNvPr>
          <p:cNvSpPr txBox="1"/>
          <p:nvPr/>
        </p:nvSpPr>
        <p:spPr>
          <a:xfrm>
            <a:off x="6045352" y="5668052"/>
            <a:ext cx="579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v2</a:t>
            </a:r>
            <a:endParaRPr lang="ko-KR" altLang="en-US" sz="100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524AB9-E3A1-4A23-BE5A-66F5B3B8AAF6}"/>
              </a:ext>
            </a:extLst>
          </p:cNvPr>
          <p:cNvSpPr txBox="1"/>
          <p:nvPr/>
        </p:nvSpPr>
        <p:spPr>
          <a:xfrm>
            <a:off x="8817497" y="4673981"/>
            <a:ext cx="579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v1</a:t>
            </a:r>
            <a:endParaRPr lang="ko-KR" altLang="en-US" sz="100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4C9477-66A2-4F44-ABDF-4334B9728E31}"/>
              </a:ext>
            </a:extLst>
          </p:cNvPr>
          <p:cNvSpPr txBox="1"/>
          <p:nvPr/>
        </p:nvSpPr>
        <p:spPr>
          <a:xfrm>
            <a:off x="9396595" y="5514562"/>
            <a:ext cx="579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v0</a:t>
            </a:r>
            <a:endParaRPr lang="ko-KR" altLang="en-US" sz="100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F36F1EC3-63EE-4021-BE25-060A2EF17639}"/>
              </a:ext>
            </a:extLst>
          </p:cNvPr>
          <p:cNvSpPr/>
          <p:nvPr/>
        </p:nvSpPr>
        <p:spPr>
          <a:xfrm>
            <a:off x="10527577" y="5391451"/>
            <a:ext cx="150223" cy="1502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B27438-7475-4472-9D01-E241EE028A0E}"/>
              </a:ext>
            </a:extLst>
          </p:cNvPr>
          <p:cNvSpPr txBox="1"/>
          <p:nvPr/>
        </p:nvSpPr>
        <p:spPr>
          <a:xfrm>
            <a:off x="10303967" y="5145230"/>
            <a:ext cx="579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v2</a:t>
            </a:r>
            <a:endParaRPr lang="ko-KR" altLang="en-US" sz="100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0C24BAC-7B1B-430D-876F-06D54A618E98}"/>
              </a:ext>
            </a:extLst>
          </p:cNvPr>
          <p:cNvCxnSpPr>
            <a:cxnSpLocks/>
            <a:endCxn id="21" idx="5"/>
          </p:cNvCxnSpPr>
          <p:nvPr/>
        </p:nvCxnSpPr>
        <p:spPr>
          <a:xfrm>
            <a:off x="9108400" y="4993873"/>
            <a:ext cx="630856" cy="895133"/>
          </a:xfrm>
          <a:prstGeom prst="line">
            <a:avLst/>
          </a:prstGeom>
          <a:ln w="15875">
            <a:solidFill>
              <a:schemeClr val="accent1">
                <a:alpha val="44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1E78B4D2-3EA4-44A5-BD42-39402469A910}"/>
              </a:ext>
            </a:extLst>
          </p:cNvPr>
          <p:cNvCxnSpPr>
            <a:cxnSpLocks/>
          </p:cNvCxnSpPr>
          <p:nvPr/>
        </p:nvCxnSpPr>
        <p:spPr>
          <a:xfrm flipH="1" flipV="1">
            <a:off x="5770374" y="4972988"/>
            <a:ext cx="574766" cy="1012370"/>
          </a:xfrm>
          <a:prstGeom prst="line">
            <a:avLst/>
          </a:prstGeom>
          <a:ln w="15875" cmpd="sng">
            <a:solidFill>
              <a:schemeClr val="accent1">
                <a:alpha val="45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350ABBD7-3781-4F0F-B429-1AADAD1F6580}"/>
              </a:ext>
            </a:extLst>
          </p:cNvPr>
          <p:cNvCxnSpPr>
            <a:cxnSpLocks/>
            <a:stCxn id="12" idx="6"/>
          </p:cNvCxnSpPr>
          <p:nvPr/>
        </p:nvCxnSpPr>
        <p:spPr>
          <a:xfrm flipV="1">
            <a:off x="5268669" y="5985360"/>
            <a:ext cx="1076471" cy="4024"/>
          </a:xfrm>
          <a:prstGeom prst="line">
            <a:avLst/>
          </a:prstGeom>
          <a:ln w="15875" cmpd="sng">
            <a:solidFill>
              <a:schemeClr val="accent1">
                <a:alpha val="45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8F61EE65-A9AA-415F-A6D3-EA952BB98757}"/>
              </a:ext>
            </a:extLst>
          </p:cNvPr>
          <p:cNvCxnSpPr>
            <a:cxnSpLocks/>
          </p:cNvCxnSpPr>
          <p:nvPr/>
        </p:nvCxnSpPr>
        <p:spPr>
          <a:xfrm flipV="1">
            <a:off x="5195609" y="4972987"/>
            <a:ext cx="574765" cy="1018904"/>
          </a:xfrm>
          <a:prstGeom prst="line">
            <a:avLst/>
          </a:prstGeom>
          <a:ln w="15875" cmpd="sng">
            <a:solidFill>
              <a:schemeClr val="accent1">
                <a:alpha val="45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8D9B83AE-7C47-4293-8581-BC393B36CFBA}"/>
              </a:ext>
            </a:extLst>
          </p:cNvPr>
          <p:cNvSpPr/>
          <p:nvPr/>
        </p:nvSpPr>
        <p:spPr>
          <a:xfrm>
            <a:off x="5690632" y="4892706"/>
            <a:ext cx="150223" cy="150223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BC9DFBF-4824-4496-A6F3-28265CB264D1}"/>
              </a:ext>
            </a:extLst>
          </p:cNvPr>
          <p:cNvSpPr/>
          <p:nvPr/>
        </p:nvSpPr>
        <p:spPr>
          <a:xfrm>
            <a:off x="5118446" y="5914272"/>
            <a:ext cx="150223" cy="150223"/>
          </a:xfrm>
          <a:prstGeom prst="ellipse">
            <a:avLst/>
          </a:prstGeom>
          <a:solidFill>
            <a:srgbClr val="00B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430F5AC-AE16-4F74-88EE-0045873D3B8E}"/>
              </a:ext>
            </a:extLst>
          </p:cNvPr>
          <p:cNvCxnSpPr>
            <a:cxnSpLocks/>
          </p:cNvCxnSpPr>
          <p:nvPr/>
        </p:nvCxnSpPr>
        <p:spPr>
          <a:xfrm flipH="1" flipV="1">
            <a:off x="9101870" y="4993874"/>
            <a:ext cx="1502227" cy="476794"/>
          </a:xfrm>
          <a:prstGeom prst="line">
            <a:avLst/>
          </a:prstGeom>
          <a:ln w="15875">
            <a:solidFill>
              <a:schemeClr val="accent1">
                <a:alpha val="44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21CF4AD0-F85A-4A27-AB2B-E9FDAB484A7D}"/>
              </a:ext>
            </a:extLst>
          </p:cNvPr>
          <p:cNvSpPr/>
          <p:nvPr/>
        </p:nvSpPr>
        <p:spPr>
          <a:xfrm>
            <a:off x="9031935" y="4920202"/>
            <a:ext cx="150223" cy="150223"/>
          </a:xfrm>
          <a:prstGeom prst="ellipse">
            <a:avLst/>
          </a:prstGeom>
          <a:solidFill>
            <a:srgbClr val="FFFF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10676797-C59B-4070-8268-5BCE71B99D89}"/>
              </a:ext>
            </a:extLst>
          </p:cNvPr>
          <p:cNvCxnSpPr>
            <a:cxnSpLocks/>
          </p:cNvCxnSpPr>
          <p:nvPr/>
        </p:nvCxnSpPr>
        <p:spPr>
          <a:xfrm flipH="1">
            <a:off x="9689698" y="5464136"/>
            <a:ext cx="920931" cy="365760"/>
          </a:xfrm>
          <a:prstGeom prst="line">
            <a:avLst/>
          </a:prstGeom>
          <a:ln w="15875">
            <a:solidFill>
              <a:schemeClr val="accent1">
                <a:alpha val="44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타원 20">
            <a:extLst>
              <a:ext uri="{FF2B5EF4-FFF2-40B4-BE49-F238E27FC236}">
                <a16:creationId xmlns:a16="http://schemas.microsoft.com/office/drawing/2014/main" id="{FFBBC9A7-09BA-4C8B-A967-7816B34F0652}"/>
              </a:ext>
            </a:extLst>
          </p:cNvPr>
          <p:cNvSpPr/>
          <p:nvPr/>
        </p:nvSpPr>
        <p:spPr>
          <a:xfrm>
            <a:off x="9611033" y="5760783"/>
            <a:ext cx="150223" cy="150223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화살표: 오른쪽 55">
            <a:extLst>
              <a:ext uri="{FF2B5EF4-FFF2-40B4-BE49-F238E27FC236}">
                <a16:creationId xmlns:a16="http://schemas.microsoft.com/office/drawing/2014/main" id="{692C488F-6423-4924-8E54-0F0B19A4C633}"/>
              </a:ext>
            </a:extLst>
          </p:cNvPr>
          <p:cNvSpPr/>
          <p:nvPr/>
        </p:nvSpPr>
        <p:spPr>
          <a:xfrm>
            <a:off x="7485510" y="5353676"/>
            <a:ext cx="659675" cy="313508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0">
                <a:srgbClr val="D7F3F9"/>
              </a:gs>
              <a:gs pos="100000">
                <a:srgbClr val="00B0F0"/>
              </a:gs>
              <a:gs pos="36000">
                <a:srgbClr val="A3E7FF"/>
              </a:gs>
            </a:gsLst>
            <a:lin ang="5400000" scaled="1"/>
            <a:tileRect/>
          </a:gradFill>
          <a:ln>
            <a:solidFill>
              <a:schemeClr val="bg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2266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9" grpId="0" animBg="1"/>
      <p:bldP spid="3" grpId="0"/>
      <p:bldP spid="13" grpId="0"/>
      <p:bldP spid="16" grpId="0"/>
      <p:bldP spid="20" grpId="0"/>
      <p:bldP spid="22" grpId="0"/>
      <p:bldP spid="24" grpId="0" animBg="1"/>
      <p:bldP spid="25" grpId="0"/>
      <p:bldP spid="8" grpId="0" animBg="1"/>
      <p:bldP spid="12" grpId="0" animBg="1"/>
      <p:bldP spid="19" grpId="0" animBg="1"/>
      <p:bldP spid="21" grpId="0" animBg="1"/>
      <p:bldP spid="5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4AFE552-B283-4F9F-9A71-C405BF851864}"/>
              </a:ext>
            </a:extLst>
          </p:cNvPr>
          <p:cNvSpPr/>
          <p:nvPr/>
        </p:nvSpPr>
        <p:spPr>
          <a:xfrm>
            <a:off x="0" y="0"/>
            <a:ext cx="12192000" cy="2099945"/>
          </a:xfrm>
          <a:prstGeom prst="rect">
            <a:avLst/>
          </a:prstGeom>
          <a:solidFill>
            <a:srgbClr val="70D1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A72501D-0460-4125-9CA3-1E4487A961F4}"/>
              </a:ext>
            </a:extLst>
          </p:cNvPr>
          <p:cNvSpPr/>
          <p:nvPr/>
        </p:nvSpPr>
        <p:spPr>
          <a:xfrm>
            <a:off x="0" y="2099945"/>
            <a:ext cx="12192000" cy="419100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rgbClr val="70D1F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74CDEFE-27B1-4234-BF7E-1ACBBCC52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05" y="594360"/>
            <a:ext cx="10515600" cy="1325880"/>
          </a:xfrm>
        </p:spPr>
        <p:txBody>
          <a:bodyPr/>
          <a:lstStyle/>
          <a:p>
            <a:r>
              <a:rPr lang="ko-KR" altLang="en-US">
                <a:gradFill>
                  <a:gsLst>
                    <a:gs pos="100000">
                      <a:schemeClr val="bg1"/>
                    </a:gs>
                    <a:gs pos="0">
                      <a:srgbClr val="D7F3F9"/>
                    </a:gs>
                  </a:gsLst>
                  <a:lin ang="5400000" scaled="1"/>
                </a:gradFill>
                <a:effectLst>
                  <a:glow rad="76200">
                    <a:schemeClr val="tx2">
                      <a:alpha val="5000"/>
                    </a:schemeClr>
                  </a:glow>
                  <a:reflection blurRad="50800" stA="70000" endPos="50000" dist="88900" dir="5400000" sy="-100000" algn="bl" rotWithShape="0"/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기하 셰이더 스테이지</a:t>
            </a:r>
            <a:endParaRPr lang="ko-KR" altLang="en-US">
              <a:gradFill>
                <a:gsLst>
                  <a:gs pos="100000">
                    <a:schemeClr val="bg1"/>
                  </a:gs>
                  <a:gs pos="0">
                    <a:srgbClr val="D7F3F9"/>
                  </a:gs>
                </a:gsLst>
                <a:lin ang="5400000" scaled="1"/>
              </a:gradFill>
              <a:effectLst>
                <a:reflection blurRad="50800" stA="70000" endPos="50000" dist="88900" dir="5400000" sy="-100000" algn="bl" rotWithShape="0"/>
              </a:effectLst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5" name="내용 개체 틀 1"/>
          <p:cNvSpPr txBox="1">
            <a:spLocks noGrp="1"/>
          </p:cNvSpPr>
          <p:nvPr/>
        </p:nvSpPr>
        <p:spPr>
          <a:xfrm>
            <a:off x="4340225" y="2694305"/>
            <a:ext cx="7445375" cy="381762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>
              <a:spcBef>
                <a:spcPts val="1000"/>
              </a:spcBef>
            </a:pPr>
            <a:r>
              <a:rPr lang="ko-KR" altLang="en-US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기하 셰이더 스테이지 앞서 묶어진 프리미티브를 바탕으로 각 </a:t>
            </a:r>
            <a:r>
              <a:rPr lang="ko-KR" altLang="en-US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</a:rPr>
              <a:t>프리미티브의 정보를 수정</a:t>
            </a:r>
            <a:r>
              <a:rPr lang="ko-KR" altLang="en-US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하거나 </a:t>
            </a:r>
            <a:r>
              <a:rPr lang="ko-KR" altLang="en-US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</a:rPr>
              <a:t>추가적인 프리미티브를 생성</a:t>
            </a:r>
            <a:r>
              <a:rPr lang="ko-KR" altLang="en-US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합니다</a:t>
            </a:r>
            <a:r>
              <a:rPr lang="en-US" alt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.</a:t>
            </a:r>
          </a:p>
          <a:p>
            <a:pPr>
              <a:spcBef>
                <a:spcPts val="1000"/>
              </a:spcBef>
            </a:pP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39427DA-17D7-416A-81A1-09E8B4AD12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05" y="3951605"/>
            <a:ext cx="2896467" cy="2312035"/>
          </a:xfrm>
          <a:prstGeom prst="rect">
            <a:avLst/>
          </a:prstGeom>
        </p:spPr>
      </p:pic>
      <p:sp>
        <p:nvSpPr>
          <p:cNvPr id="16" name="타원 15">
            <a:extLst>
              <a:ext uri="{FF2B5EF4-FFF2-40B4-BE49-F238E27FC236}">
                <a16:creationId xmlns:a16="http://schemas.microsoft.com/office/drawing/2014/main" id="{3AB78A8C-53E6-4C6D-BDA1-408BE27C5C32}"/>
              </a:ext>
            </a:extLst>
          </p:cNvPr>
          <p:cNvSpPr/>
          <p:nvPr/>
        </p:nvSpPr>
        <p:spPr>
          <a:xfrm>
            <a:off x="6536148" y="5550631"/>
            <a:ext cx="150223" cy="1502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B35A18E6-82F7-4C98-9EF9-F0C78CDD988E}"/>
              </a:ext>
            </a:extLst>
          </p:cNvPr>
          <p:cNvCxnSpPr>
            <a:cxnSpLocks/>
            <a:endCxn id="22" idx="5"/>
          </p:cNvCxnSpPr>
          <p:nvPr/>
        </p:nvCxnSpPr>
        <p:spPr>
          <a:xfrm>
            <a:off x="5116971" y="5153053"/>
            <a:ext cx="630856" cy="895133"/>
          </a:xfrm>
          <a:prstGeom prst="line">
            <a:avLst/>
          </a:prstGeom>
          <a:ln w="15875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074E116-7652-4925-BDAA-EEBF6E9BE591}"/>
              </a:ext>
            </a:extLst>
          </p:cNvPr>
          <p:cNvCxnSpPr>
            <a:cxnSpLocks/>
          </p:cNvCxnSpPr>
          <p:nvPr/>
        </p:nvCxnSpPr>
        <p:spPr>
          <a:xfrm flipH="1" flipV="1">
            <a:off x="5110441" y="5153054"/>
            <a:ext cx="1502227" cy="476794"/>
          </a:xfrm>
          <a:prstGeom prst="line">
            <a:avLst/>
          </a:prstGeom>
          <a:ln w="15875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7A5A1EC6-09BB-4BA2-A48B-EE2093B1C65D}"/>
              </a:ext>
            </a:extLst>
          </p:cNvPr>
          <p:cNvSpPr/>
          <p:nvPr/>
        </p:nvSpPr>
        <p:spPr>
          <a:xfrm>
            <a:off x="5040506" y="5079382"/>
            <a:ext cx="150223" cy="15022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EE712A3-04D5-45BD-AE1C-08517E36B926}"/>
              </a:ext>
            </a:extLst>
          </p:cNvPr>
          <p:cNvCxnSpPr>
            <a:cxnSpLocks/>
          </p:cNvCxnSpPr>
          <p:nvPr/>
        </p:nvCxnSpPr>
        <p:spPr>
          <a:xfrm flipH="1">
            <a:off x="5698269" y="5623316"/>
            <a:ext cx="920931" cy="365760"/>
          </a:xfrm>
          <a:prstGeom prst="line">
            <a:avLst/>
          </a:prstGeom>
          <a:ln w="15875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7ED2EDE4-89DD-4FAB-AA48-4E3D053881E3}"/>
              </a:ext>
            </a:extLst>
          </p:cNvPr>
          <p:cNvSpPr/>
          <p:nvPr/>
        </p:nvSpPr>
        <p:spPr>
          <a:xfrm>
            <a:off x="5619604" y="5919963"/>
            <a:ext cx="150223" cy="15022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71F722FF-E7B4-48BF-88DE-B5D80E89E6C7}"/>
              </a:ext>
            </a:extLst>
          </p:cNvPr>
          <p:cNvSpPr/>
          <p:nvPr/>
        </p:nvSpPr>
        <p:spPr>
          <a:xfrm rot="21340565">
            <a:off x="7500576" y="4741452"/>
            <a:ext cx="659675" cy="313508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0">
                <a:srgbClr val="D7F3F9"/>
              </a:gs>
              <a:gs pos="100000">
                <a:srgbClr val="00B0F0"/>
              </a:gs>
              <a:gs pos="36000">
                <a:srgbClr val="A3E7FF"/>
              </a:gs>
            </a:gsLst>
            <a:lin ang="5400000" scaled="1"/>
            <a:tileRect/>
          </a:gradFill>
          <a:ln>
            <a:solidFill>
              <a:schemeClr val="bg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995B9A2D-CCE6-42A3-84EA-D9688C92B571}"/>
              </a:ext>
            </a:extLst>
          </p:cNvPr>
          <p:cNvSpPr/>
          <p:nvPr/>
        </p:nvSpPr>
        <p:spPr>
          <a:xfrm rot="663019">
            <a:off x="7485510" y="5720574"/>
            <a:ext cx="659675" cy="313508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0">
                <a:srgbClr val="D7F3F9"/>
              </a:gs>
              <a:gs pos="100000">
                <a:srgbClr val="00B0F0"/>
              </a:gs>
              <a:gs pos="36000">
                <a:srgbClr val="A3E7FF"/>
              </a:gs>
            </a:gsLst>
            <a:lin ang="5400000" scaled="1"/>
            <a:tileRect/>
          </a:gradFill>
          <a:ln>
            <a:solidFill>
              <a:schemeClr val="bg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46B0B5CB-F63C-48D1-91C7-EAEE0C0C0E2D}"/>
              </a:ext>
            </a:extLst>
          </p:cNvPr>
          <p:cNvSpPr/>
          <p:nvPr/>
        </p:nvSpPr>
        <p:spPr>
          <a:xfrm>
            <a:off x="10855646" y="4706608"/>
            <a:ext cx="150223" cy="1502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08397E0-DEB1-4058-9F39-1A9908038823}"/>
              </a:ext>
            </a:extLst>
          </p:cNvPr>
          <p:cNvCxnSpPr>
            <a:cxnSpLocks/>
            <a:endCxn id="29" idx="5"/>
          </p:cNvCxnSpPr>
          <p:nvPr/>
        </p:nvCxnSpPr>
        <p:spPr>
          <a:xfrm>
            <a:off x="9436469" y="4309030"/>
            <a:ext cx="630856" cy="895133"/>
          </a:xfrm>
          <a:prstGeom prst="line">
            <a:avLst/>
          </a:prstGeom>
          <a:ln w="15875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FA67E576-BFAA-44E0-B977-63AC0EE56E55}"/>
              </a:ext>
            </a:extLst>
          </p:cNvPr>
          <p:cNvCxnSpPr>
            <a:cxnSpLocks/>
          </p:cNvCxnSpPr>
          <p:nvPr/>
        </p:nvCxnSpPr>
        <p:spPr>
          <a:xfrm flipH="1" flipV="1">
            <a:off x="9429939" y="4309031"/>
            <a:ext cx="1502227" cy="476794"/>
          </a:xfrm>
          <a:prstGeom prst="line">
            <a:avLst/>
          </a:prstGeom>
          <a:ln w="15875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821889E6-9895-430E-99DE-08F7DC4093AB}"/>
              </a:ext>
            </a:extLst>
          </p:cNvPr>
          <p:cNvSpPr/>
          <p:nvPr/>
        </p:nvSpPr>
        <p:spPr>
          <a:xfrm>
            <a:off x="9360004" y="4235359"/>
            <a:ext cx="150223" cy="15022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479B1C14-CB07-43B6-84EF-43FF58F065DC}"/>
              </a:ext>
            </a:extLst>
          </p:cNvPr>
          <p:cNvCxnSpPr>
            <a:cxnSpLocks/>
          </p:cNvCxnSpPr>
          <p:nvPr/>
        </p:nvCxnSpPr>
        <p:spPr>
          <a:xfrm flipH="1">
            <a:off x="10017767" y="4779293"/>
            <a:ext cx="920931" cy="365760"/>
          </a:xfrm>
          <a:prstGeom prst="line">
            <a:avLst/>
          </a:prstGeom>
          <a:ln w="15875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D1790FF8-90C3-451C-9C5C-FF193ADBD475}"/>
              </a:ext>
            </a:extLst>
          </p:cNvPr>
          <p:cNvSpPr/>
          <p:nvPr/>
        </p:nvSpPr>
        <p:spPr>
          <a:xfrm>
            <a:off x="9939102" y="5075940"/>
            <a:ext cx="150223" cy="15022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59F670E1-1667-467C-92AB-3111B62EEECC}"/>
              </a:ext>
            </a:extLst>
          </p:cNvPr>
          <p:cNvSpPr/>
          <p:nvPr/>
        </p:nvSpPr>
        <p:spPr>
          <a:xfrm>
            <a:off x="8945535" y="4929159"/>
            <a:ext cx="150223" cy="15022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31D75CAC-2164-4D7A-A031-E9A83B40B7FA}"/>
              </a:ext>
            </a:extLst>
          </p:cNvPr>
          <p:cNvSpPr/>
          <p:nvPr/>
        </p:nvSpPr>
        <p:spPr>
          <a:xfrm>
            <a:off x="10274404" y="3862977"/>
            <a:ext cx="150223" cy="15022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327DDF0B-5319-4701-8A69-BD7E1C64CBC0}"/>
              </a:ext>
            </a:extLst>
          </p:cNvPr>
          <p:cNvSpPr/>
          <p:nvPr/>
        </p:nvSpPr>
        <p:spPr>
          <a:xfrm>
            <a:off x="11005869" y="5401042"/>
            <a:ext cx="150223" cy="15022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6BEBBB0E-84A3-438D-815F-AA40AA2648DB}"/>
              </a:ext>
            </a:extLst>
          </p:cNvPr>
          <p:cNvCxnSpPr>
            <a:cxnSpLocks/>
          </p:cNvCxnSpPr>
          <p:nvPr/>
        </p:nvCxnSpPr>
        <p:spPr>
          <a:xfrm flipH="1">
            <a:off x="9029700" y="4311650"/>
            <a:ext cx="400050" cy="685800"/>
          </a:xfrm>
          <a:prstGeom prst="line">
            <a:avLst/>
          </a:prstGeom>
          <a:ln w="15875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DA49C7FD-87D4-41D0-8AAC-5A4C1DFD07DA}"/>
              </a:ext>
            </a:extLst>
          </p:cNvPr>
          <p:cNvCxnSpPr>
            <a:cxnSpLocks/>
          </p:cNvCxnSpPr>
          <p:nvPr/>
        </p:nvCxnSpPr>
        <p:spPr>
          <a:xfrm flipH="1" flipV="1">
            <a:off x="9023350" y="5003800"/>
            <a:ext cx="990600" cy="146050"/>
          </a:xfrm>
          <a:prstGeom prst="line">
            <a:avLst/>
          </a:prstGeom>
          <a:ln w="15875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DA1E135-10B2-4FD6-9D56-35CC8DC7AE31}"/>
              </a:ext>
            </a:extLst>
          </p:cNvPr>
          <p:cNvCxnSpPr>
            <a:cxnSpLocks/>
          </p:cNvCxnSpPr>
          <p:nvPr/>
        </p:nvCxnSpPr>
        <p:spPr>
          <a:xfrm flipH="1" flipV="1">
            <a:off x="10020300" y="5162550"/>
            <a:ext cx="1066800" cy="323850"/>
          </a:xfrm>
          <a:prstGeom prst="line">
            <a:avLst/>
          </a:prstGeom>
          <a:ln w="15875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30409AAD-04C2-4E01-8BD9-88F55DEF32FE}"/>
              </a:ext>
            </a:extLst>
          </p:cNvPr>
          <p:cNvCxnSpPr>
            <a:cxnSpLocks/>
          </p:cNvCxnSpPr>
          <p:nvPr/>
        </p:nvCxnSpPr>
        <p:spPr>
          <a:xfrm flipH="1">
            <a:off x="9442452" y="3937000"/>
            <a:ext cx="914398" cy="381001"/>
          </a:xfrm>
          <a:prstGeom prst="line">
            <a:avLst/>
          </a:prstGeom>
          <a:ln w="15875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10E80F12-5B8B-4528-86AC-D341280BF488}"/>
              </a:ext>
            </a:extLst>
          </p:cNvPr>
          <p:cNvCxnSpPr>
            <a:cxnSpLocks/>
          </p:cNvCxnSpPr>
          <p:nvPr/>
        </p:nvCxnSpPr>
        <p:spPr>
          <a:xfrm>
            <a:off x="10369550" y="3943350"/>
            <a:ext cx="565150" cy="838200"/>
          </a:xfrm>
          <a:prstGeom prst="line">
            <a:avLst/>
          </a:prstGeom>
          <a:ln w="15875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5AA4255-ABD6-43AC-ACF5-CCF31754F99B}"/>
              </a:ext>
            </a:extLst>
          </p:cNvPr>
          <p:cNvCxnSpPr>
            <a:cxnSpLocks/>
          </p:cNvCxnSpPr>
          <p:nvPr/>
        </p:nvCxnSpPr>
        <p:spPr>
          <a:xfrm>
            <a:off x="10934700" y="4775200"/>
            <a:ext cx="146050" cy="698500"/>
          </a:xfrm>
          <a:prstGeom prst="line">
            <a:avLst/>
          </a:prstGeom>
          <a:ln w="15875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551D8FBD-3C2B-4B82-953A-285BEE707E4E}"/>
              </a:ext>
            </a:extLst>
          </p:cNvPr>
          <p:cNvSpPr/>
          <p:nvPr/>
        </p:nvSpPr>
        <p:spPr>
          <a:xfrm>
            <a:off x="10542930" y="6128549"/>
            <a:ext cx="150223" cy="150223"/>
          </a:xfrm>
          <a:prstGeom prst="ellipse">
            <a:avLst/>
          </a:prstGeom>
          <a:solidFill>
            <a:schemeClr val="accent1">
              <a:alpha val="11000"/>
            </a:schemeClr>
          </a:solidFill>
          <a:ln>
            <a:solidFill>
              <a:schemeClr val="accent1">
                <a:shade val="50000"/>
                <a:alpha val="6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B6B7FA5D-E4A9-4645-834D-C9559123D030}"/>
              </a:ext>
            </a:extLst>
          </p:cNvPr>
          <p:cNvCxnSpPr>
            <a:cxnSpLocks/>
            <a:endCxn id="51" idx="5"/>
          </p:cNvCxnSpPr>
          <p:nvPr/>
        </p:nvCxnSpPr>
        <p:spPr>
          <a:xfrm>
            <a:off x="9123753" y="5730971"/>
            <a:ext cx="630856" cy="895133"/>
          </a:xfrm>
          <a:prstGeom prst="line">
            <a:avLst/>
          </a:prstGeom>
          <a:ln w="15875">
            <a:solidFill>
              <a:schemeClr val="accent1">
                <a:alpha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458FB645-0255-4AB2-A6AA-02678BB4492F}"/>
              </a:ext>
            </a:extLst>
          </p:cNvPr>
          <p:cNvCxnSpPr>
            <a:cxnSpLocks/>
          </p:cNvCxnSpPr>
          <p:nvPr/>
        </p:nvCxnSpPr>
        <p:spPr>
          <a:xfrm flipH="1" flipV="1">
            <a:off x="9117223" y="5730972"/>
            <a:ext cx="1502227" cy="476794"/>
          </a:xfrm>
          <a:prstGeom prst="line">
            <a:avLst/>
          </a:prstGeom>
          <a:ln w="15875">
            <a:solidFill>
              <a:schemeClr val="accent1">
                <a:alpha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타원 48">
            <a:extLst>
              <a:ext uri="{FF2B5EF4-FFF2-40B4-BE49-F238E27FC236}">
                <a16:creationId xmlns:a16="http://schemas.microsoft.com/office/drawing/2014/main" id="{55FD7E50-60AB-46F0-BA58-2CD40A4F91C6}"/>
              </a:ext>
            </a:extLst>
          </p:cNvPr>
          <p:cNvSpPr/>
          <p:nvPr/>
        </p:nvSpPr>
        <p:spPr>
          <a:xfrm>
            <a:off x="9047288" y="5657300"/>
            <a:ext cx="150223" cy="150223"/>
          </a:xfrm>
          <a:prstGeom prst="ellipse">
            <a:avLst/>
          </a:prstGeom>
          <a:solidFill>
            <a:schemeClr val="accent1">
              <a:alpha val="11000"/>
            </a:schemeClr>
          </a:solidFill>
          <a:ln>
            <a:solidFill>
              <a:schemeClr val="accent1">
                <a:shade val="50000"/>
                <a:alpha val="6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8110C296-B935-4036-A1BA-B91D38338064}"/>
              </a:ext>
            </a:extLst>
          </p:cNvPr>
          <p:cNvCxnSpPr>
            <a:cxnSpLocks/>
          </p:cNvCxnSpPr>
          <p:nvPr/>
        </p:nvCxnSpPr>
        <p:spPr>
          <a:xfrm flipH="1">
            <a:off x="9705051" y="6201234"/>
            <a:ext cx="920931" cy="365760"/>
          </a:xfrm>
          <a:prstGeom prst="line">
            <a:avLst/>
          </a:prstGeom>
          <a:ln w="15875">
            <a:solidFill>
              <a:schemeClr val="accent1">
                <a:alpha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타원 50">
            <a:extLst>
              <a:ext uri="{FF2B5EF4-FFF2-40B4-BE49-F238E27FC236}">
                <a16:creationId xmlns:a16="http://schemas.microsoft.com/office/drawing/2014/main" id="{0600A6C6-E25D-42DA-BA35-AAC132583D4B}"/>
              </a:ext>
            </a:extLst>
          </p:cNvPr>
          <p:cNvSpPr/>
          <p:nvPr/>
        </p:nvSpPr>
        <p:spPr>
          <a:xfrm>
            <a:off x="9626386" y="6497881"/>
            <a:ext cx="150223" cy="150223"/>
          </a:xfrm>
          <a:prstGeom prst="ellipse">
            <a:avLst/>
          </a:prstGeom>
          <a:solidFill>
            <a:schemeClr val="accent1">
              <a:alpha val="11000"/>
            </a:schemeClr>
          </a:solidFill>
          <a:ln>
            <a:solidFill>
              <a:schemeClr val="accent1">
                <a:shade val="50000"/>
                <a:alpha val="6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CC35D4D-0F12-4433-9200-58DAF3016934}"/>
              </a:ext>
            </a:extLst>
          </p:cNvPr>
          <p:cNvSpPr txBox="1"/>
          <p:nvPr/>
        </p:nvSpPr>
        <p:spPr>
          <a:xfrm>
            <a:off x="9546183" y="6064409"/>
            <a:ext cx="6308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- </a:t>
            </a:r>
            <a:r>
              <a:rPr lang="ko-KR" altLang="en-US" sz="90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삭제</a:t>
            </a: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98700A2B-6E77-44DB-A3AC-74DA5D95E1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5668" y="5934992"/>
            <a:ext cx="920932" cy="92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98323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20" grpId="0" animBg="1"/>
      <p:bldP spid="22" grpId="0" animBg="1"/>
      <p:bldP spid="23" grpId="0" animBg="1"/>
      <p:bldP spid="24" grpId="0" animBg="1"/>
      <p:bldP spid="17" grpId="0" animBg="1"/>
      <p:bldP spid="27" grpId="0" animBg="1"/>
      <p:bldP spid="29" grpId="0" animBg="1"/>
      <p:bldP spid="30" grpId="0" animBg="1"/>
      <p:bldP spid="31" grpId="0" animBg="1"/>
      <p:bldP spid="32" grpId="0" animBg="1"/>
      <p:bldP spid="46" grpId="0" animBg="1"/>
      <p:bldP spid="49" grpId="0" animBg="1"/>
      <p:bldP spid="51" grpId="0" animBg="1"/>
      <p:bldP spid="5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4AFE552-B283-4F9F-9A71-C405BF851864}"/>
              </a:ext>
            </a:extLst>
          </p:cNvPr>
          <p:cNvSpPr/>
          <p:nvPr/>
        </p:nvSpPr>
        <p:spPr>
          <a:xfrm>
            <a:off x="0" y="0"/>
            <a:ext cx="12192000" cy="2099945"/>
          </a:xfrm>
          <a:prstGeom prst="rect">
            <a:avLst/>
          </a:prstGeom>
          <a:solidFill>
            <a:srgbClr val="70D1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A72501D-0460-4125-9CA3-1E4487A961F4}"/>
              </a:ext>
            </a:extLst>
          </p:cNvPr>
          <p:cNvSpPr/>
          <p:nvPr/>
        </p:nvSpPr>
        <p:spPr>
          <a:xfrm>
            <a:off x="0" y="2099945"/>
            <a:ext cx="12192000" cy="419100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rgbClr val="70D1F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74CDEFE-27B1-4234-BF7E-1ACBBCC52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05" y="594360"/>
            <a:ext cx="10515600" cy="1325880"/>
          </a:xfrm>
        </p:spPr>
        <p:txBody>
          <a:bodyPr/>
          <a:lstStyle/>
          <a:p>
            <a:r>
              <a:rPr lang="ko-KR" altLang="en-US">
                <a:gradFill>
                  <a:gsLst>
                    <a:gs pos="100000">
                      <a:schemeClr val="bg1"/>
                    </a:gs>
                    <a:gs pos="0">
                      <a:srgbClr val="D7F3F9"/>
                    </a:gs>
                  </a:gsLst>
                  <a:lin ang="5400000" scaled="1"/>
                </a:gradFill>
                <a:effectLst>
                  <a:glow rad="76200">
                    <a:schemeClr val="tx2">
                      <a:alpha val="5000"/>
                    </a:schemeClr>
                  </a:glow>
                  <a:reflection blurRad="50800" stA="70000" endPos="50000" dist="88900" dir="5400000" sy="-100000" algn="bl" rotWithShape="0"/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래스터라이저 스테이지</a:t>
            </a:r>
            <a:endParaRPr lang="ko-KR" altLang="en-US">
              <a:gradFill>
                <a:gsLst>
                  <a:gs pos="100000">
                    <a:schemeClr val="bg1"/>
                  </a:gs>
                  <a:gs pos="0">
                    <a:srgbClr val="D7F3F9"/>
                  </a:gs>
                </a:gsLst>
                <a:lin ang="5400000" scaled="1"/>
              </a:gradFill>
              <a:effectLst>
                <a:reflection blurRad="50800" stA="70000" endPos="50000" dist="88900" dir="5400000" sy="-100000" algn="bl" rotWithShape="0"/>
              </a:effectLst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5" name="내용 개체 틀 1"/>
          <p:cNvSpPr txBox="1">
            <a:spLocks noGrp="1"/>
          </p:cNvSpPr>
          <p:nvPr/>
        </p:nvSpPr>
        <p:spPr>
          <a:xfrm>
            <a:off x="4340225" y="2694305"/>
            <a:ext cx="7445375" cy="381762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>
              <a:spcBef>
                <a:spcPts val="1000"/>
              </a:spcBef>
            </a:pPr>
            <a:r>
              <a:rPr lang="ko-KR" altLang="en-US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래스터라이저 스테이지에서는 </a:t>
            </a:r>
            <a:r>
              <a:rPr lang="ko-KR" altLang="en-US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</a:rPr>
              <a:t>프리미티브 정보</a:t>
            </a:r>
            <a:r>
              <a:rPr lang="ko-KR" altLang="en-US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를 </a:t>
            </a:r>
            <a:r>
              <a:rPr lang="ko-KR" altLang="en-US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</a:rPr>
              <a:t>래스터 이미지</a:t>
            </a:r>
            <a:r>
              <a:rPr lang="en-US" alt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(</a:t>
            </a:r>
            <a:r>
              <a:rPr lang="ko-KR" altLang="en-US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픽셀로 구성</a:t>
            </a:r>
            <a:r>
              <a:rPr lang="en-US" alt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)</a:t>
            </a:r>
            <a:r>
              <a:rPr lang="ko-KR" altLang="en-US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로 </a:t>
            </a:r>
            <a:r>
              <a:rPr lang="ko-KR" altLang="en-US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</a:rPr>
              <a:t>전환</a:t>
            </a:r>
            <a:r>
              <a:rPr lang="ko-KR" altLang="en-US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합니다</a:t>
            </a:r>
            <a:r>
              <a:rPr lang="en-US" alt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. 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7266707-D169-45BE-85D4-BEF38BFA2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39" y="3994304"/>
            <a:ext cx="1938020" cy="2269336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885E79D4-FF4B-45F5-98C1-6676C5496742}"/>
              </a:ext>
            </a:extLst>
          </p:cNvPr>
          <p:cNvSpPr/>
          <p:nvPr/>
        </p:nvSpPr>
        <p:spPr>
          <a:xfrm>
            <a:off x="6527318" y="5535195"/>
            <a:ext cx="150223" cy="1502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733351C-ABB3-48EA-9C18-79C238CAF679}"/>
              </a:ext>
            </a:extLst>
          </p:cNvPr>
          <p:cNvCxnSpPr>
            <a:cxnSpLocks/>
            <a:endCxn id="17" idx="5"/>
          </p:cNvCxnSpPr>
          <p:nvPr/>
        </p:nvCxnSpPr>
        <p:spPr>
          <a:xfrm>
            <a:off x="5108141" y="5137617"/>
            <a:ext cx="630856" cy="895133"/>
          </a:xfrm>
          <a:prstGeom prst="line">
            <a:avLst/>
          </a:prstGeom>
          <a:ln w="15875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AE1FD7A-190E-4696-A6B0-6A9B4E074D44}"/>
              </a:ext>
            </a:extLst>
          </p:cNvPr>
          <p:cNvCxnSpPr>
            <a:cxnSpLocks/>
          </p:cNvCxnSpPr>
          <p:nvPr/>
        </p:nvCxnSpPr>
        <p:spPr>
          <a:xfrm flipH="1" flipV="1">
            <a:off x="5101611" y="5137618"/>
            <a:ext cx="1502227" cy="476794"/>
          </a:xfrm>
          <a:prstGeom prst="line">
            <a:avLst/>
          </a:prstGeom>
          <a:ln w="15875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타원 13">
            <a:extLst>
              <a:ext uri="{FF2B5EF4-FFF2-40B4-BE49-F238E27FC236}">
                <a16:creationId xmlns:a16="http://schemas.microsoft.com/office/drawing/2014/main" id="{FD4CFC69-2F3E-4ED5-B903-C17029F2A76A}"/>
              </a:ext>
            </a:extLst>
          </p:cNvPr>
          <p:cNvSpPr/>
          <p:nvPr/>
        </p:nvSpPr>
        <p:spPr>
          <a:xfrm>
            <a:off x="5031676" y="5063946"/>
            <a:ext cx="150223" cy="15022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FF41C5E-465F-42E1-94CF-77BF9E54E5B0}"/>
              </a:ext>
            </a:extLst>
          </p:cNvPr>
          <p:cNvCxnSpPr>
            <a:cxnSpLocks/>
          </p:cNvCxnSpPr>
          <p:nvPr/>
        </p:nvCxnSpPr>
        <p:spPr>
          <a:xfrm flipH="1">
            <a:off x="5689439" y="5607880"/>
            <a:ext cx="920931" cy="365760"/>
          </a:xfrm>
          <a:prstGeom prst="line">
            <a:avLst/>
          </a:prstGeom>
          <a:ln w="15875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461782AC-D863-44D2-B95D-EAA2F6014690}"/>
              </a:ext>
            </a:extLst>
          </p:cNvPr>
          <p:cNvSpPr/>
          <p:nvPr/>
        </p:nvSpPr>
        <p:spPr>
          <a:xfrm>
            <a:off x="5610774" y="5904527"/>
            <a:ext cx="150223" cy="15022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B8794F5E-E2FB-4290-BF25-06002927F113}"/>
              </a:ext>
            </a:extLst>
          </p:cNvPr>
          <p:cNvSpPr/>
          <p:nvPr/>
        </p:nvSpPr>
        <p:spPr>
          <a:xfrm>
            <a:off x="7165493" y="5428429"/>
            <a:ext cx="659675" cy="313508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0">
                <a:srgbClr val="D7F3F9"/>
              </a:gs>
              <a:gs pos="100000">
                <a:srgbClr val="00B0F0"/>
              </a:gs>
              <a:gs pos="36000">
                <a:srgbClr val="A3E7FF"/>
              </a:gs>
            </a:gsLst>
            <a:lin ang="5400000" scaled="1"/>
            <a:tileRect/>
          </a:gradFill>
          <a:ln>
            <a:solidFill>
              <a:schemeClr val="bg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말풍선: 타원형 5">
            <a:extLst>
              <a:ext uri="{FF2B5EF4-FFF2-40B4-BE49-F238E27FC236}">
                <a16:creationId xmlns:a16="http://schemas.microsoft.com/office/drawing/2014/main" id="{2EC8B679-0AF0-424D-BD79-BC1F59A35C67}"/>
              </a:ext>
            </a:extLst>
          </p:cNvPr>
          <p:cNvSpPr/>
          <p:nvPr/>
        </p:nvSpPr>
        <p:spPr>
          <a:xfrm>
            <a:off x="1393550" y="2519045"/>
            <a:ext cx="2452829" cy="1298409"/>
          </a:xfrm>
          <a:prstGeom prst="wedgeEllipseCallou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  <a:effectLst>
            <a:outerShdw blurRad="12700" dist="381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EA0D0D-B0AB-4039-B821-86F4A9C47043}"/>
              </a:ext>
            </a:extLst>
          </p:cNvPr>
          <p:cNvSpPr txBox="1"/>
          <p:nvPr/>
        </p:nvSpPr>
        <p:spPr>
          <a:xfrm>
            <a:off x="1588189" y="2891250"/>
            <a:ext cx="206355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>
                <a:gradFill>
                  <a:gsLst>
                    <a:gs pos="0">
                      <a:srgbClr val="243F4C"/>
                    </a:gs>
                    <a:gs pos="100000">
                      <a:srgbClr val="2A4350"/>
                    </a:gs>
                  </a:gsLst>
                  <a:lin ang="5400000" scaled="1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각 픽셀은 정점 정보를 바탕으로</a:t>
            </a:r>
            <a:endParaRPr lang="en-US" altLang="ko-KR" sz="1000">
              <a:gradFill>
                <a:gsLst>
                  <a:gs pos="0">
                    <a:srgbClr val="243F4C"/>
                  </a:gs>
                  <a:gs pos="100000">
                    <a:srgbClr val="2A4350"/>
                  </a:gs>
                </a:gsLst>
                <a:lin ang="5400000" scaled="1"/>
              </a:gra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algn="ctr"/>
            <a:r>
              <a:rPr lang="ko-KR" altLang="en-US" sz="1000">
                <a:gradFill>
                  <a:gsLst>
                    <a:gs pos="0">
                      <a:srgbClr val="243F4C"/>
                    </a:gs>
                    <a:gs pos="100000">
                      <a:srgbClr val="2A4350"/>
                    </a:gs>
                  </a:gsLst>
                  <a:lin ang="5400000" scaled="1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보간되며 전환되는 과정에서 뷰포트에 없는 픽셀은 클리핑 처리로 잘라내요</a:t>
            </a:r>
            <a:r>
              <a:rPr lang="en-US" altLang="ko-KR" sz="1000">
                <a:gradFill>
                  <a:gsLst>
                    <a:gs pos="0">
                      <a:srgbClr val="243F4C"/>
                    </a:gs>
                    <a:gs pos="100000">
                      <a:srgbClr val="2A4350"/>
                    </a:gs>
                  </a:gsLst>
                  <a:lin ang="5400000" scaled="1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5CF7C200-99A1-437C-A224-F089C30210F0}"/>
              </a:ext>
            </a:extLst>
          </p:cNvPr>
          <p:cNvSpPr/>
          <p:nvPr/>
        </p:nvSpPr>
        <p:spPr>
          <a:xfrm>
            <a:off x="10052574" y="5509062"/>
            <a:ext cx="150223" cy="150223"/>
          </a:xfrm>
          <a:prstGeom prst="ellipse">
            <a:avLst/>
          </a:prstGeom>
          <a:solidFill>
            <a:schemeClr val="accent1">
              <a:alpha val="29000"/>
            </a:schemeClr>
          </a:solidFill>
          <a:ln>
            <a:solidFill>
              <a:schemeClr val="bg2">
                <a:lumMod val="75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C5F27F5-1F81-4D88-9A69-A65D4A2267DF}"/>
              </a:ext>
            </a:extLst>
          </p:cNvPr>
          <p:cNvCxnSpPr>
            <a:cxnSpLocks/>
            <a:endCxn id="31" idx="5"/>
          </p:cNvCxnSpPr>
          <p:nvPr/>
        </p:nvCxnSpPr>
        <p:spPr>
          <a:xfrm>
            <a:off x="8633397" y="5111484"/>
            <a:ext cx="630856" cy="895133"/>
          </a:xfrm>
          <a:prstGeom prst="line">
            <a:avLst/>
          </a:prstGeom>
          <a:ln w="15875">
            <a:solidFill>
              <a:schemeClr val="bg2">
                <a:lumMod val="75000"/>
                <a:alpha val="4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9FA139F-3CB5-4A1C-91D6-242BED8E85C4}"/>
              </a:ext>
            </a:extLst>
          </p:cNvPr>
          <p:cNvCxnSpPr>
            <a:cxnSpLocks/>
          </p:cNvCxnSpPr>
          <p:nvPr/>
        </p:nvCxnSpPr>
        <p:spPr>
          <a:xfrm flipH="1" flipV="1">
            <a:off x="8626867" y="5111485"/>
            <a:ext cx="1502227" cy="476794"/>
          </a:xfrm>
          <a:prstGeom prst="line">
            <a:avLst/>
          </a:prstGeom>
          <a:ln w="15875">
            <a:solidFill>
              <a:schemeClr val="bg2">
                <a:lumMod val="75000"/>
                <a:alpha val="4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2580A467-3D1B-4CED-9713-A7800F34AEA1}"/>
              </a:ext>
            </a:extLst>
          </p:cNvPr>
          <p:cNvSpPr/>
          <p:nvPr/>
        </p:nvSpPr>
        <p:spPr>
          <a:xfrm>
            <a:off x="8556932" y="5037813"/>
            <a:ext cx="150223" cy="150223"/>
          </a:xfrm>
          <a:prstGeom prst="ellipse">
            <a:avLst/>
          </a:prstGeom>
          <a:solidFill>
            <a:schemeClr val="accent1">
              <a:alpha val="29000"/>
            </a:schemeClr>
          </a:solidFill>
          <a:ln>
            <a:solidFill>
              <a:schemeClr val="bg2">
                <a:lumMod val="75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34E6AE38-007C-48D4-882E-B276DFE7E505}"/>
              </a:ext>
            </a:extLst>
          </p:cNvPr>
          <p:cNvCxnSpPr>
            <a:cxnSpLocks/>
          </p:cNvCxnSpPr>
          <p:nvPr/>
        </p:nvCxnSpPr>
        <p:spPr>
          <a:xfrm flipH="1">
            <a:off x="9214695" y="5581747"/>
            <a:ext cx="920931" cy="365760"/>
          </a:xfrm>
          <a:prstGeom prst="line">
            <a:avLst/>
          </a:prstGeom>
          <a:ln w="15875">
            <a:solidFill>
              <a:schemeClr val="bg2">
                <a:lumMod val="75000"/>
                <a:alpha val="4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타원 30">
            <a:extLst>
              <a:ext uri="{FF2B5EF4-FFF2-40B4-BE49-F238E27FC236}">
                <a16:creationId xmlns:a16="http://schemas.microsoft.com/office/drawing/2014/main" id="{5DF378C4-8FAC-4A44-B13D-D4AE244CFDD3}"/>
              </a:ext>
            </a:extLst>
          </p:cNvPr>
          <p:cNvSpPr/>
          <p:nvPr/>
        </p:nvSpPr>
        <p:spPr>
          <a:xfrm>
            <a:off x="9136030" y="5878394"/>
            <a:ext cx="150223" cy="150223"/>
          </a:xfrm>
          <a:prstGeom prst="ellipse">
            <a:avLst/>
          </a:prstGeom>
          <a:solidFill>
            <a:schemeClr val="accent1">
              <a:alpha val="29000"/>
            </a:schemeClr>
          </a:solidFill>
          <a:ln>
            <a:solidFill>
              <a:schemeClr val="bg2">
                <a:lumMod val="75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6FE6EE7-F2D8-42E1-BEB6-4B066B53B851}"/>
              </a:ext>
            </a:extLst>
          </p:cNvPr>
          <p:cNvSpPr/>
          <p:nvPr/>
        </p:nvSpPr>
        <p:spPr>
          <a:xfrm>
            <a:off x="8621261" y="5057412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4774ECCA-4F41-47E4-BFC8-F56B56D54427}"/>
              </a:ext>
            </a:extLst>
          </p:cNvPr>
          <p:cNvSpPr/>
          <p:nvPr/>
        </p:nvSpPr>
        <p:spPr>
          <a:xfrm>
            <a:off x="8772567" y="5209812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5CF270F7-FAC0-410D-8BAD-11FAA6674B22}"/>
              </a:ext>
            </a:extLst>
          </p:cNvPr>
          <p:cNvSpPr/>
          <p:nvPr/>
        </p:nvSpPr>
        <p:spPr>
          <a:xfrm>
            <a:off x="8923873" y="5356779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B3814249-5D17-4EF6-B6D6-F8309E6F92E5}"/>
              </a:ext>
            </a:extLst>
          </p:cNvPr>
          <p:cNvSpPr/>
          <p:nvPr/>
        </p:nvSpPr>
        <p:spPr>
          <a:xfrm>
            <a:off x="8771627" y="5358616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D986CBF6-15D1-450D-8FA0-046C8797DE94}"/>
              </a:ext>
            </a:extLst>
          </p:cNvPr>
          <p:cNvSpPr/>
          <p:nvPr/>
        </p:nvSpPr>
        <p:spPr>
          <a:xfrm>
            <a:off x="8924481" y="5209812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23EB25E-7C57-44B0-BFCF-1EBE256EA908}"/>
              </a:ext>
            </a:extLst>
          </p:cNvPr>
          <p:cNvSpPr/>
          <p:nvPr/>
        </p:nvSpPr>
        <p:spPr>
          <a:xfrm>
            <a:off x="9076273" y="5209847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82551357-8A69-40BC-8479-8A9BDEA9F423}"/>
              </a:ext>
            </a:extLst>
          </p:cNvPr>
          <p:cNvSpPr/>
          <p:nvPr/>
        </p:nvSpPr>
        <p:spPr>
          <a:xfrm>
            <a:off x="9076273" y="5509179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E155D54-811E-4B6B-8B45-CD1B17EF8E09}"/>
              </a:ext>
            </a:extLst>
          </p:cNvPr>
          <p:cNvSpPr/>
          <p:nvPr/>
        </p:nvSpPr>
        <p:spPr>
          <a:xfrm>
            <a:off x="8924027" y="5511016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A4390636-FB5D-478B-846D-21492749AFFA}"/>
              </a:ext>
            </a:extLst>
          </p:cNvPr>
          <p:cNvSpPr/>
          <p:nvPr/>
        </p:nvSpPr>
        <p:spPr>
          <a:xfrm>
            <a:off x="9076881" y="5362212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4E884C4A-A418-439F-B5FB-0CF8C9894434}"/>
              </a:ext>
            </a:extLst>
          </p:cNvPr>
          <p:cNvSpPr/>
          <p:nvPr/>
        </p:nvSpPr>
        <p:spPr>
          <a:xfrm>
            <a:off x="9228728" y="5358616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9C2893CF-53F9-4DF3-9657-F205F3100528}"/>
              </a:ext>
            </a:extLst>
          </p:cNvPr>
          <p:cNvSpPr/>
          <p:nvPr/>
        </p:nvSpPr>
        <p:spPr>
          <a:xfrm>
            <a:off x="9228728" y="5509360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1DD12C68-A7AC-4150-90D0-C409F3D6E559}"/>
              </a:ext>
            </a:extLst>
          </p:cNvPr>
          <p:cNvSpPr/>
          <p:nvPr/>
        </p:nvSpPr>
        <p:spPr>
          <a:xfrm>
            <a:off x="9075136" y="5659285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05FEA61F-775A-44E1-8F67-2B35DC768421}"/>
              </a:ext>
            </a:extLst>
          </p:cNvPr>
          <p:cNvSpPr/>
          <p:nvPr/>
        </p:nvSpPr>
        <p:spPr>
          <a:xfrm>
            <a:off x="9226189" y="5659285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25966BF-4379-4761-8B09-8D43ADC9EE8C}"/>
              </a:ext>
            </a:extLst>
          </p:cNvPr>
          <p:cNvSpPr/>
          <p:nvPr/>
        </p:nvSpPr>
        <p:spPr>
          <a:xfrm>
            <a:off x="9380478" y="5358616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07AF2E9F-8DC8-4073-B96B-0CE9D622DC4C}"/>
              </a:ext>
            </a:extLst>
          </p:cNvPr>
          <p:cNvSpPr/>
          <p:nvPr/>
        </p:nvSpPr>
        <p:spPr>
          <a:xfrm>
            <a:off x="9380478" y="5509360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0CD346A7-4D49-4C41-88AF-B40E48CBDEE5}"/>
              </a:ext>
            </a:extLst>
          </p:cNvPr>
          <p:cNvSpPr/>
          <p:nvPr/>
        </p:nvSpPr>
        <p:spPr>
          <a:xfrm>
            <a:off x="9380971" y="5659859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186E925A-B521-48D9-B224-12822EBFE401}"/>
              </a:ext>
            </a:extLst>
          </p:cNvPr>
          <p:cNvSpPr/>
          <p:nvPr/>
        </p:nvSpPr>
        <p:spPr>
          <a:xfrm>
            <a:off x="9530648" y="5358616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9EE065C3-D89F-4F46-8EFB-AD02CDBC3A2B}"/>
              </a:ext>
            </a:extLst>
          </p:cNvPr>
          <p:cNvSpPr/>
          <p:nvPr/>
        </p:nvSpPr>
        <p:spPr>
          <a:xfrm>
            <a:off x="9531531" y="5509454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9969BA93-6F57-47A1-85EC-2FB5CAC06D78}"/>
              </a:ext>
            </a:extLst>
          </p:cNvPr>
          <p:cNvSpPr/>
          <p:nvPr/>
        </p:nvSpPr>
        <p:spPr>
          <a:xfrm>
            <a:off x="9531128" y="5659859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A5474F06-8FC9-498F-B9DC-A8F61100A453}"/>
              </a:ext>
            </a:extLst>
          </p:cNvPr>
          <p:cNvSpPr/>
          <p:nvPr/>
        </p:nvSpPr>
        <p:spPr>
          <a:xfrm>
            <a:off x="9075136" y="5809690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AAFEA7BD-0F3F-4627-BF34-B3139A6BC3F8}"/>
              </a:ext>
            </a:extLst>
          </p:cNvPr>
          <p:cNvSpPr/>
          <p:nvPr/>
        </p:nvSpPr>
        <p:spPr>
          <a:xfrm>
            <a:off x="9224135" y="5809690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8C1C15AC-D4A6-472B-AD42-78C3C952B1B1}"/>
              </a:ext>
            </a:extLst>
          </p:cNvPr>
          <p:cNvSpPr/>
          <p:nvPr/>
        </p:nvSpPr>
        <p:spPr>
          <a:xfrm>
            <a:off x="9675904" y="5515511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DF75C0C7-61A9-49B3-80A2-A981112BE570}"/>
              </a:ext>
            </a:extLst>
          </p:cNvPr>
          <p:cNvSpPr/>
          <p:nvPr/>
        </p:nvSpPr>
        <p:spPr>
          <a:xfrm>
            <a:off x="9679597" y="5659859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D06F5E13-15BE-419E-AF96-075FB92743B7}"/>
              </a:ext>
            </a:extLst>
          </p:cNvPr>
          <p:cNvSpPr/>
          <p:nvPr/>
        </p:nvSpPr>
        <p:spPr>
          <a:xfrm>
            <a:off x="9825404" y="5515985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C6DFD52-7763-4E25-93FC-D61F53CC1847}"/>
              </a:ext>
            </a:extLst>
          </p:cNvPr>
          <p:cNvSpPr/>
          <p:nvPr/>
        </p:nvSpPr>
        <p:spPr>
          <a:xfrm>
            <a:off x="9974199" y="5515985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90297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9" grpId="0" animBg="1"/>
      <p:bldP spid="14" grpId="0" animBg="1"/>
      <p:bldP spid="17" grpId="0" animBg="1"/>
      <p:bldP spid="18" grpId="0" animBg="1"/>
      <p:bldP spid="6" grpId="0" animBg="1"/>
      <p:bldP spid="7" grpId="0"/>
      <p:bldP spid="26" grpId="0" animBg="1"/>
      <p:bldP spid="29" grpId="0" animBg="1"/>
      <p:bldP spid="31" grpId="0" animBg="1"/>
      <p:bldP spid="45" grpId="0" animBg="1"/>
      <p:bldP spid="63" grpId="0" animBg="1"/>
      <p:bldP spid="65" grpId="0" animBg="1"/>
      <p:bldP spid="66" grpId="0" animBg="1"/>
      <p:bldP spid="67" grpId="0" animBg="1"/>
      <p:bldP spid="68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4AFE552-B283-4F9F-9A71-C405BF851864}"/>
              </a:ext>
            </a:extLst>
          </p:cNvPr>
          <p:cNvSpPr/>
          <p:nvPr/>
        </p:nvSpPr>
        <p:spPr>
          <a:xfrm>
            <a:off x="0" y="0"/>
            <a:ext cx="12192000" cy="2099945"/>
          </a:xfrm>
          <a:prstGeom prst="rect">
            <a:avLst/>
          </a:prstGeom>
          <a:solidFill>
            <a:srgbClr val="70D1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A72501D-0460-4125-9CA3-1E4487A961F4}"/>
              </a:ext>
            </a:extLst>
          </p:cNvPr>
          <p:cNvSpPr/>
          <p:nvPr/>
        </p:nvSpPr>
        <p:spPr>
          <a:xfrm>
            <a:off x="0" y="2099945"/>
            <a:ext cx="12192000" cy="419100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rgbClr val="70D1F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74CDEFE-27B1-4234-BF7E-1ACBBCC52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05" y="594360"/>
            <a:ext cx="10515600" cy="1325880"/>
          </a:xfrm>
        </p:spPr>
        <p:txBody>
          <a:bodyPr/>
          <a:lstStyle/>
          <a:p>
            <a:r>
              <a:rPr lang="ko-KR" altLang="en-US">
                <a:gradFill>
                  <a:gsLst>
                    <a:gs pos="100000">
                      <a:schemeClr val="bg1"/>
                    </a:gs>
                    <a:gs pos="0">
                      <a:srgbClr val="D7F3F9"/>
                    </a:gs>
                  </a:gsLst>
                  <a:lin ang="5400000" scaled="1"/>
                </a:gradFill>
                <a:effectLst>
                  <a:glow rad="76200">
                    <a:schemeClr val="tx2">
                      <a:alpha val="5000"/>
                    </a:schemeClr>
                  </a:glow>
                  <a:reflection blurRad="50800" stA="70000" endPos="50000" dist="88900" dir="5400000" sy="-100000" algn="bl" rotWithShape="0"/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픽셀 셰이더 스테이지</a:t>
            </a:r>
            <a:endParaRPr lang="ko-KR" altLang="en-US">
              <a:gradFill>
                <a:gsLst>
                  <a:gs pos="100000">
                    <a:schemeClr val="bg1"/>
                  </a:gs>
                  <a:gs pos="0">
                    <a:srgbClr val="D7F3F9"/>
                  </a:gs>
                </a:gsLst>
                <a:lin ang="5400000" scaled="1"/>
              </a:gradFill>
              <a:effectLst>
                <a:reflection blurRad="50800" stA="70000" endPos="50000" dist="88900" dir="5400000" sy="-100000" algn="bl" rotWithShape="0"/>
              </a:effectLst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5" name="내용 개체 틀 1"/>
          <p:cNvSpPr txBox="1">
            <a:spLocks noGrp="1"/>
          </p:cNvSpPr>
          <p:nvPr/>
        </p:nvSpPr>
        <p:spPr>
          <a:xfrm>
            <a:off x="4340225" y="2694305"/>
            <a:ext cx="7445375" cy="381762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>
              <a:spcBef>
                <a:spcPts val="1000"/>
              </a:spcBef>
            </a:pPr>
            <a:r>
              <a:rPr lang="ko-KR" altLang="en-US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픽셀 셰이더 스테이지에서는 최종적인 </a:t>
            </a:r>
            <a:r>
              <a:rPr lang="ko-KR" altLang="en-US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</a:rPr>
              <a:t>색상</a:t>
            </a:r>
            <a:r>
              <a:rPr lang="ko-KR" altLang="en-US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을 </a:t>
            </a:r>
            <a:r>
              <a:rPr lang="ko-KR" altLang="en-US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</a:rPr>
              <a:t>선별된 픽셀</a:t>
            </a:r>
            <a:r>
              <a:rPr lang="ko-KR" altLang="en-US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에 입힙니다</a:t>
            </a:r>
            <a:r>
              <a:rPr lang="en-US" alt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.</a:t>
            </a:r>
            <a:r>
              <a:rPr lang="ko-KR" altLang="en-US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 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</a:endParaRP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B8794F5E-E2FB-4290-BF25-06002927F113}"/>
              </a:ext>
            </a:extLst>
          </p:cNvPr>
          <p:cNvSpPr/>
          <p:nvPr/>
        </p:nvSpPr>
        <p:spPr>
          <a:xfrm>
            <a:off x="6781860" y="5027935"/>
            <a:ext cx="659675" cy="313508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0">
                <a:srgbClr val="D7F3F9"/>
              </a:gs>
              <a:gs pos="100000">
                <a:srgbClr val="00B0F0"/>
              </a:gs>
              <a:gs pos="36000">
                <a:srgbClr val="A3E7FF"/>
              </a:gs>
            </a:gsLst>
            <a:lin ang="5400000" scaled="1"/>
            <a:tileRect/>
          </a:gradFill>
          <a:ln>
            <a:solidFill>
              <a:schemeClr val="bg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말풍선: 타원형 5">
            <a:extLst>
              <a:ext uri="{FF2B5EF4-FFF2-40B4-BE49-F238E27FC236}">
                <a16:creationId xmlns:a16="http://schemas.microsoft.com/office/drawing/2014/main" id="{2EC8B679-0AF0-424D-BD79-BC1F59A35C67}"/>
              </a:ext>
            </a:extLst>
          </p:cNvPr>
          <p:cNvSpPr/>
          <p:nvPr/>
        </p:nvSpPr>
        <p:spPr>
          <a:xfrm>
            <a:off x="1393551" y="2519045"/>
            <a:ext cx="2286001" cy="1298409"/>
          </a:xfrm>
          <a:prstGeom prst="wedgeEllipseCallou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  <a:effectLst>
            <a:outerShdw blurRad="12700" dist="381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EA0D0D-B0AB-4039-B821-86F4A9C47043}"/>
              </a:ext>
            </a:extLst>
          </p:cNvPr>
          <p:cNvSpPr txBox="1"/>
          <p:nvPr/>
        </p:nvSpPr>
        <p:spPr>
          <a:xfrm>
            <a:off x="1552755" y="2997938"/>
            <a:ext cx="1967592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>
                <a:gradFill>
                  <a:gsLst>
                    <a:gs pos="0">
                      <a:srgbClr val="243F4C"/>
                    </a:gs>
                    <a:gs pos="100000">
                      <a:srgbClr val="2A4350"/>
                    </a:gs>
                  </a:gsLst>
                  <a:lin ang="5400000" scaled="1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이전 스테이지에서 유효성이 확인된 픽셀에 한해 한정적으로 실행됩니다</a:t>
            </a:r>
            <a:r>
              <a:rPr lang="en-US" altLang="ko-KR" sz="1000">
                <a:gradFill>
                  <a:gsLst>
                    <a:gs pos="0">
                      <a:srgbClr val="243F4C"/>
                    </a:gs>
                    <a:gs pos="100000">
                      <a:srgbClr val="2A4350"/>
                    </a:gs>
                  </a:gsLst>
                  <a:lin ang="5400000" scaled="1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8E977BA0-87B8-4230-A4EE-91200EB91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21" y="3876014"/>
            <a:ext cx="1952854" cy="238762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B4542383-134A-49D4-B8D7-5A60BE234271}"/>
              </a:ext>
            </a:extLst>
          </p:cNvPr>
          <p:cNvSpPr/>
          <p:nvPr/>
        </p:nvSpPr>
        <p:spPr>
          <a:xfrm>
            <a:off x="4685541" y="4711728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D71A95-E40A-4589-8247-E558219C63C5}"/>
              </a:ext>
            </a:extLst>
          </p:cNvPr>
          <p:cNvSpPr/>
          <p:nvPr/>
        </p:nvSpPr>
        <p:spPr>
          <a:xfrm>
            <a:off x="4836847" y="4864128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7BE292A-FCBB-4331-A8FC-79FE82BCDEA0}"/>
              </a:ext>
            </a:extLst>
          </p:cNvPr>
          <p:cNvSpPr/>
          <p:nvPr/>
        </p:nvSpPr>
        <p:spPr>
          <a:xfrm>
            <a:off x="4988153" y="5011095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08C4EDB-64DD-4EA7-B1B3-4EB5D2174889}"/>
              </a:ext>
            </a:extLst>
          </p:cNvPr>
          <p:cNvSpPr/>
          <p:nvPr/>
        </p:nvSpPr>
        <p:spPr>
          <a:xfrm>
            <a:off x="4835907" y="5012932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319E3E9-9E15-44A4-A82E-7B37C8CB62C5}"/>
              </a:ext>
            </a:extLst>
          </p:cNvPr>
          <p:cNvSpPr/>
          <p:nvPr/>
        </p:nvSpPr>
        <p:spPr>
          <a:xfrm>
            <a:off x="4988761" y="4864128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0F04816-EE7C-4DAB-B6DD-75A0578EDF38}"/>
              </a:ext>
            </a:extLst>
          </p:cNvPr>
          <p:cNvSpPr/>
          <p:nvPr/>
        </p:nvSpPr>
        <p:spPr>
          <a:xfrm>
            <a:off x="5140553" y="4864163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AB054C5-CE54-4BE9-9888-41B77A9305B1}"/>
              </a:ext>
            </a:extLst>
          </p:cNvPr>
          <p:cNvSpPr/>
          <p:nvPr/>
        </p:nvSpPr>
        <p:spPr>
          <a:xfrm>
            <a:off x="5140553" y="5163495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587C446-4905-4154-855B-5028A6AAA062}"/>
              </a:ext>
            </a:extLst>
          </p:cNvPr>
          <p:cNvSpPr/>
          <p:nvPr/>
        </p:nvSpPr>
        <p:spPr>
          <a:xfrm>
            <a:off x="4988307" y="5165332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E5AC77C-AD2C-472E-B87F-74FE50F409E5}"/>
              </a:ext>
            </a:extLst>
          </p:cNvPr>
          <p:cNvSpPr/>
          <p:nvPr/>
        </p:nvSpPr>
        <p:spPr>
          <a:xfrm>
            <a:off x="5141161" y="5016528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A0AC8EF-AC72-4FA1-8DB7-3F1150B5F2B0}"/>
              </a:ext>
            </a:extLst>
          </p:cNvPr>
          <p:cNvSpPr/>
          <p:nvPr/>
        </p:nvSpPr>
        <p:spPr>
          <a:xfrm>
            <a:off x="5293008" y="5012932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C28FFBC-4EA5-49A1-BF3E-161854BA123D}"/>
              </a:ext>
            </a:extLst>
          </p:cNvPr>
          <p:cNvSpPr/>
          <p:nvPr/>
        </p:nvSpPr>
        <p:spPr>
          <a:xfrm>
            <a:off x="5293008" y="5163676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ED6F52D-C3A7-4DA2-958C-FCB792E618AC}"/>
              </a:ext>
            </a:extLst>
          </p:cNvPr>
          <p:cNvSpPr/>
          <p:nvPr/>
        </p:nvSpPr>
        <p:spPr>
          <a:xfrm>
            <a:off x="5139416" y="5313601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B87DFE1-308D-4042-B9DB-89B2F0D2945C}"/>
              </a:ext>
            </a:extLst>
          </p:cNvPr>
          <p:cNvSpPr/>
          <p:nvPr/>
        </p:nvSpPr>
        <p:spPr>
          <a:xfrm>
            <a:off x="5290469" y="5313601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DF4530F-6784-4234-8F68-2AC22BEA0B98}"/>
              </a:ext>
            </a:extLst>
          </p:cNvPr>
          <p:cNvSpPr/>
          <p:nvPr/>
        </p:nvSpPr>
        <p:spPr>
          <a:xfrm>
            <a:off x="5444758" y="5012932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251599A-E1FF-4F8A-ADE6-18F36ACF949F}"/>
              </a:ext>
            </a:extLst>
          </p:cNvPr>
          <p:cNvSpPr/>
          <p:nvPr/>
        </p:nvSpPr>
        <p:spPr>
          <a:xfrm>
            <a:off x="5444758" y="5163676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8AAD210-167D-43E7-AC86-79C42679E645}"/>
              </a:ext>
            </a:extLst>
          </p:cNvPr>
          <p:cNvSpPr/>
          <p:nvPr/>
        </p:nvSpPr>
        <p:spPr>
          <a:xfrm>
            <a:off x="5445251" y="5314175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6CF9876-0CC8-44C8-AC39-55E14C841781}"/>
              </a:ext>
            </a:extLst>
          </p:cNvPr>
          <p:cNvSpPr/>
          <p:nvPr/>
        </p:nvSpPr>
        <p:spPr>
          <a:xfrm>
            <a:off x="5594928" y="5012932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BCB2CB4-3CE7-43CF-B2D4-859C98D21369}"/>
              </a:ext>
            </a:extLst>
          </p:cNvPr>
          <p:cNvSpPr/>
          <p:nvPr/>
        </p:nvSpPr>
        <p:spPr>
          <a:xfrm>
            <a:off x="5595811" y="5163770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DBF1F9D-C375-4F83-AF30-CB17069F0F17}"/>
              </a:ext>
            </a:extLst>
          </p:cNvPr>
          <p:cNvSpPr/>
          <p:nvPr/>
        </p:nvSpPr>
        <p:spPr>
          <a:xfrm>
            <a:off x="5595408" y="5314175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15651A2-0C94-4469-B7D1-DAE1061FC56D}"/>
              </a:ext>
            </a:extLst>
          </p:cNvPr>
          <p:cNvSpPr/>
          <p:nvPr/>
        </p:nvSpPr>
        <p:spPr>
          <a:xfrm>
            <a:off x="5139416" y="5464006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30F96C8-7202-47A2-8764-6AFB0A805F19}"/>
              </a:ext>
            </a:extLst>
          </p:cNvPr>
          <p:cNvSpPr/>
          <p:nvPr/>
        </p:nvSpPr>
        <p:spPr>
          <a:xfrm>
            <a:off x="5288415" y="5464006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F74C54A-5C1B-4B57-A137-E87F7AB57163}"/>
              </a:ext>
            </a:extLst>
          </p:cNvPr>
          <p:cNvSpPr/>
          <p:nvPr/>
        </p:nvSpPr>
        <p:spPr>
          <a:xfrm>
            <a:off x="5740184" y="5169827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BD0338F-CF9C-4909-AAB7-21CA408B13C3}"/>
              </a:ext>
            </a:extLst>
          </p:cNvPr>
          <p:cNvSpPr/>
          <p:nvPr/>
        </p:nvSpPr>
        <p:spPr>
          <a:xfrm>
            <a:off x="5743877" y="5314175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2C11E29-6F4C-474F-B823-66727ACD093F}"/>
              </a:ext>
            </a:extLst>
          </p:cNvPr>
          <p:cNvSpPr/>
          <p:nvPr/>
        </p:nvSpPr>
        <p:spPr>
          <a:xfrm>
            <a:off x="5889684" y="5170301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79CEC9D-8FDA-4F38-B1A8-E09BAF1B254D}"/>
              </a:ext>
            </a:extLst>
          </p:cNvPr>
          <p:cNvSpPr/>
          <p:nvPr/>
        </p:nvSpPr>
        <p:spPr>
          <a:xfrm>
            <a:off x="6038479" y="5170301"/>
            <a:ext cx="144776" cy="14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16EFEEF-9512-4AD2-ADE4-D607F1170145}"/>
              </a:ext>
            </a:extLst>
          </p:cNvPr>
          <p:cNvSpPr/>
          <p:nvPr/>
        </p:nvSpPr>
        <p:spPr>
          <a:xfrm>
            <a:off x="8102208" y="4702447"/>
            <a:ext cx="144776" cy="14330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03BCE00D-B76F-47D4-A169-82ED1594DC33}"/>
              </a:ext>
            </a:extLst>
          </p:cNvPr>
          <p:cNvSpPr/>
          <p:nvPr/>
        </p:nvSpPr>
        <p:spPr>
          <a:xfrm>
            <a:off x="8253514" y="4854847"/>
            <a:ext cx="144776" cy="143300"/>
          </a:xfrm>
          <a:prstGeom prst="rect">
            <a:avLst/>
          </a:prstGeom>
          <a:solidFill>
            <a:srgbClr val="EBFC0C"/>
          </a:solidFill>
          <a:ln>
            <a:solidFill>
              <a:srgbClr val="EBFC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A7B4220-9600-4CEF-A52B-9F13800D92A2}"/>
              </a:ext>
            </a:extLst>
          </p:cNvPr>
          <p:cNvSpPr/>
          <p:nvPr/>
        </p:nvSpPr>
        <p:spPr>
          <a:xfrm>
            <a:off x="8404820" y="5001814"/>
            <a:ext cx="144776" cy="143300"/>
          </a:xfrm>
          <a:prstGeom prst="rect">
            <a:avLst/>
          </a:prstGeom>
          <a:solidFill>
            <a:srgbClr val="8EF117"/>
          </a:solidFill>
          <a:ln>
            <a:solidFill>
              <a:srgbClr val="8EF1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240EBB-6B61-45B7-9B0D-A9B914D4D760}"/>
              </a:ext>
            </a:extLst>
          </p:cNvPr>
          <p:cNvSpPr/>
          <p:nvPr/>
        </p:nvSpPr>
        <p:spPr>
          <a:xfrm>
            <a:off x="8252574" y="5003651"/>
            <a:ext cx="144776" cy="143300"/>
          </a:xfrm>
          <a:prstGeom prst="rect">
            <a:avLst/>
          </a:prstGeom>
          <a:solidFill>
            <a:srgbClr val="C6F810"/>
          </a:solidFill>
          <a:ln>
            <a:solidFill>
              <a:srgbClr val="C6F8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F7A703D-2233-400F-A106-86274FDD2881}"/>
              </a:ext>
            </a:extLst>
          </p:cNvPr>
          <p:cNvSpPr/>
          <p:nvPr/>
        </p:nvSpPr>
        <p:spPr>
          <a:xfrm>
            <a:off x="8405428" y="4854847"/>
            <a:ext cx="144776" cy="143300"/>
          </a:xfrm>
          <a:prstGeom prst="rect">
            <a:avLst/>
          </a:prstGeom>
          <a:solidFill>
            <a:srgbClr val="C6F810"/>
          </a:solidFill>
          <a:ln>
            <a:solidFill>
              <a:srgbClr val="C6F8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B81D9EE-224B-4EFD-8173-1D95FC534BA7}"/>
              </a:ext>
            </a:extLst>
          </p:cNvPr>
          <p:cNvSpPr/>
          <p:nvPr/>
        </p:nvSpPr>
        <p:spPr>
          <a:xfrm>
            <a:off x="8557220" y="4854882"/>
            <a:ext cx="144776" cy="143300"/>
          </a:xfrm>
          <a:prstGeom prst="rect">
            <a:avLst/>
          </a:prstGeom>
          <a:solidFill>
            <a:srgbClr val="89EE3E"/>
          </a:solidFill>
          <a:ln>
            <a:solidFill>
              <a:srgbClr val="89EE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C36B54B-975B-4869-A819-8BD636E445B7}"/>
              </a:ext>
            </a:extLst>
          </p:cNvPr>
          <p:cNvSpPr/>
          <p:nvPr/>
        </p:nvSpPr>
        <p:spPr>
          <a:xfrm>
            <a:off x="8557220" y="5154214"/>
            <a:ext cx="144776" cy="143300"/>
          </a:xfrm>
          <a:prstGeom prst="rect">
            <a:avLst/>
          </a:prstGeom>
          <a:solidFill>
            <a:srgbClr val="75EE1A"/>
          </a:solidFill>
          <a:ln>
            <a:solidFill>
              <a:srgbClr val="75EE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13CAFE4-BC7F-463F-B348-5A2C6057120F}"/>
              </a:ext>
            </a:extLst>
          </p:cNvPr>
          <p:cNvSpPr/>
          <p:nvPr/>
        </p:nvSpPr>
        <p:spPr>
          <a:xfrm>
            <a:off x="8404974" y="5156051"/>
            <a:ext cx="144776" cy="143300"/>
          </a:xfrm>
          <a:prstGeom prst="rect">
            <a:avLst/>
          </a:prstGeom>
          <a:solidFill>
            <a:srgbClr val="75EE1A"/>
          </a:solidFill>
          <a:ln>
            <a:solidFill>
              <a:srgbClr val="75EE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2DB4017-1DEB-4C3B-92AD-CEFF445A6EC3}"/>
              </a:ext>
            </a:extLst>
          </p:cNvPr>
          <p:cNvSpPr/>
          <p:nvPr/>
        </p:nvSpPr>
        <p:spPr>
          <a:xfrm>
            <a:off x="8557828" y="5007247"/>
            <a:ext cx="144776" cy="143300"/>
          </a:xfrm>
          <a:prstGeom prst="rect">
            <a:avLst/>
          </a:prstGeom>
          <a:solidFill>
            <a:srgbClr val="75EE1A"/>
          </a:solidFill>
          <a:ln>
            <a:solidFill>
              <a:srgbClr val="75EE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09CDF51-AA02-49E3-9E09-B9A48D6255EF}"/>
              </a:ext>
            </a:extLst>
          </p:cNvPr>
          <p:cNvSpPr/>
          <p:nvPr/>
        </p:nvSpPr>
        <p:spPr>
          <a:xfrm>
            <a:off x="8709675" y="5003651"/>
            <a:ext cx="144776" cy="143300"/>
          </a:xfrm>
          <a:prstGeom prst="rect">
            <a:avLst/>
          </a:prstGeom>
          <a:solidFill>
            <a:srgbClr val="40EC48"/>
          </a:solidFill>
          <a:ln>
            <a:solidFill>
              <a:srgbClr val="40EC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70B3666-95F0-401C-B906-75DA3F77BA5D}"/>
              </a:ext>
            </a:extLst>
          </p:cNvPr>
          <p:cNvSpPr/>
          <p:nvPr/>
        </p:nvSpPr>
        <p:spPr>
          <a:xfrm>
            <a:off x="8709675" y="5154395"/>
            <a:ext cx="144776" cy="143300"/>
          </a:xfrm>
          <a:prstGeom prst="rect">
            <a:avLst/>
          </a:prstGeom>
          <a:solidFill>
            <a:srgbClr val="18DE39"/>
          </a:solidFill>
          <a:ln>
            <a:solidFill>
              <a:srgbClr val="18DE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A96E40B-0B7B-4BB0-B177-EEE1FC9873A7}"/>
              </a:ext>
            </a:extLst>
          </p:cNvPr>
          <p:cNvSpPr/>
          <p:nvPr/>
        </p:nvSpPr>
        <p:spPr>
          <a:xfrm>
            <a:off x="8556083" y="5304320"/>
            <a:ext cx="144776" cy="143300"/>
          </a:xfrm>
          <a:prstGeom prst="rect">
            <a:avLst/>
          </a:prstGeom>
          <a:solidFill>
            <a:srgbClr val="59E820"/>
          </a:solidFill>
          <a:ln>
            <a:solidFill>
              <a:srgbClr val="59E8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4BB74707-94D6-46EE-8120-9B07E3CF59BD}"/>
              </a:ext>
            </a:extLst>
          </p:cNvPr>
          <p:cNvSpPr/>
          <p:nvPr/>
        </p:nvSpPr>
        <p:spPr>
          <a:xfrm>
            <a:off x="8707136" y="5304320"/>
            <a:ext cx="144776" cy="143300"/>
          </a:xfrm>
          <a:prstGeom prst="rect">
            <a:avLst/>
          </a:prstGeom>
          <a:solidFill>
            <a:srgbClr val="1ADC3A"/>
          </a:solidFill>
          <a:ln>
            <a:solidFill>
              <a:srgbClr val="1ADC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0EE64204-0F21-4958-A4F5-071D136F4805}"/>
              </a:ext>
            </a:extLst>
          </p:cNvPr>
          <p:cNvSpPr/>
          <p:nvPr/>
        </p:nvSpPr>
        <p:spPr>
          <a:xfrm>
            <a:off x="8861425" y="5003651"/>
            <a:ext cx="144776" cy="143300"/>
          </a:xfrm>
          <a:prstGeom prst="rect">
            <a:avLst/>
          </a:prstGeom>
          <a:solidFill>
            <a:srgbClr val="43E992"/>
          </a:solidFill>
          <a:ln>
            <a:solidFill>
              <a:srgbClr val="43E9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85648891-29E5-495F-B8BA-496B54EB29BE}"/>
              </a:ext>
            </a:extLst>
          </p:cNvPr>
          <p:cNvSpPr/>
          <p:nvPr/>
        </p:nvSpPr>
        <p:spPr>
          <a:xfrm>
            <a:off x="8861425" y="5154395"/>
            <a:ext cx="144776" cy="143300"/>
          </a:xfrm>
          <a:prstGeom prst="rect">
            <a:avLst/>
          </a:prstGeom>
          <a:solidFill>
            <a:srgbClr val="43E992"/>
          </a:solidFill>
          <a:ln>
            <a:solidFill>
              <a:srgbClr val="43E9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BC5F6457-9B92-4A2C-930C-8B43120554CC}"/>
              </a:ext>
            </a:extLst>
          </p:cNvPr>
          <p:cNvSpPr/>
          <p:nvPr/>
        </p:nvSpPr>
        <p:spPr>
          <a:xfrm>
            <a:off x="8861918" y="5304894"/>
            <a:ext cx="144776" cy="143300"/>
          </a:xfrm>
          <a:prstGeom prst="rect">
            <a:avLst/>
          </a:prstGeom>
          <a:solidFill>
            <a:srgbClr val="1FD77F"/>
          </a:solidFill>
          <a:ln>
            <a:solidFill>
              <a:srgbClr val="1FD7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E935DA57-0188-49B9-BAE2-1377F4FA2C8A}"/>
              </a:ext>
            </a:extLst>
          </p:cNvPr>
          <p:cNvSpPr/>
          <p:nvPr/>
        </p:nvSpPr>
        <p:spPr>
          <a:xfrm>
            <a:off x="9011595" y="5003651"/>
            <a:ext cx="144776" cy="143300"/>
          </a:xfrm>
          <a:prstGeom prst="rect">
            <a:avLst/>
          </a:prstGeom>
          <a:solidFill>
            <a:srgbClr val="46E6C8"/>
          </a:solidFill>
          <a:ln>
            <a:solidFill>
              <a:srgbClr val="46E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8068D3FD-822E-4C8B-ABCD-C2CFCA8B1F5D}"/>
              </a:ext>
            </a:extLst>
          </p:cNvPr>
          <p:cNvSpPr/>
          <p:nvPr/>
        </p:nvSpPr>
        <p:spPr>
          <a:xfrm>
            <a:off x="9012478" y="5154489"/>
            <a:ext cx="144776" cy="143300"/>
          </a:xfrm>
          <a:prstGeom prst="rect">
            <a:avLst/>
          </a:prstGeom>
          <a:solidFill>
            <a:srgbClr val="4AE2BE"/>
          </a:solidFill>
          <a:ln>
            <a:solidFill>
              <a:srgbClr val="4AE2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49445A73-D8DB-4011-8B3A-AD347FA8BA4A}"/>
              </a:ext>
            </a:extLst>
          </p:cNvPr>
          <p:cNvSpPr/>
          <p:nvPr/>
        </p:nvSpPr>
        <p:spPr>
          <a:xfrm>
            <a:off x="9012075" y="5304894"/>
            <a:ext cx="144776" cy="143300"/>
          </a:xfrm>
          <a:prstGeom prst="rect">
            <a:avLst/>
          </a:prstGeom>
          <a:solidFill>
            <a:srgbClr val="4AE2BE"/>
          </a:solidFill>
          <a:ln>
            <a:solidFill>
              <a:srgbClr val="4AE2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50D6DC48-9F29-4F79-B9C4-AD21B9677C48}"/>
              </a:ext>
            </a:extLst>
          </p:cNvPr>
          <p:cNvSpPr/>
          <p:nvPr/>
        </p:nvSpPr>
        <p:spPr>
          <a:xfrm>
            <a:off x="8556083" y="5454725"/>
            <a:ext cx="144776" cy="143300"/>
          </a:xfrm>
          <a:prstGeom prst="rect">
            <a:avLst/>
          </a:prstGeom>
          <a:solidFill>
            <a:srgbClr val="38D91D"/>
          </a:solidFill>
          <a:ln>
            <a:solidFill>
              <a:srgbClr val="38D9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CA2FA91-9EFA-4071-9289-FEB8F05C9D5C}"/>
              </a:ext>
            </a:extLst>
          </p:cNvPr>
          <p:cNvSpPr/>
          <p:nvPr/>
        </p:nvSpPr>
        <p:spPr>
          <a:xfrm>
            <a:off x="8705082" y="5454725"/>
            <a:ext cx="144776" cy="143300"/>
          </a:xfrm>
          <a:prstGeom prst="rect">
            <a:avLst/>
          </a:prstGeom>
          <a:solidFill>
            <a:srgbClr val="1ADC3A"/>
          </a:solidFill>
          <a:ln>
            <a:solidFill>
              <a:srgbClr val="1ADC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A6435DFF-0253-42BF-A169-5BCA85BC4D25}"/>
              </a:ext>
            </a:extLst>
          </p:cNvPr>
          <p:cNvSpPr/>
          <p:nvPr/>
        </p:nvSpPr>
        <p:spPr>
          <a:xfrm>
            <a:off x="9156851" y="5160546"/>
            <a:ext cx="144776" cy="143300"/>
          </a:xfrm>
          <a:prstGeom prst="rect">
            <a:avLst/>
          </a:prstGeom>
          <a:solidFill>
            <a:srgbClr val="52C3DA"/>
          </a:solidFill>
          <a:ln>
            <a:solidFill>
              <a:srgbClr val="52C3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F7D1E8AB-0D39-4C8F-82C7-1B78C25F793C}"/>
              </a:ext>
            </a:extLst>
          </p:cNvPr>
          <p:cNvSpPr/>
          <p:nvPr/>
        </p:nvSpPr>
        <p:spPr>
          <a:xfrm>
            <a:off x="9160544" y="5304894"/>
            <a:ext cx="144776" cy="143300"/>
          </a:xfrm>
          <a:prstGeom prst="rect">
            <a:avLst/>
          </a:prstGeom>
          <a:solidFill>
            <a:srgbClr val="4FDDDA"/>
          </a:solidFill>
          <a:ln>
            <a:solidFill>
              <a:srgbClr val="4FDD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C78B90C5-787F-489B-BCED-5029FFD5606D}"/>
              </a:ext>
            </a:extLst>
          </p:cNvPr>
          <p:cNvSpPr/>
          <p:nvPr/>
        </p:nvSpPr>
        <p:spPr>
          <a:xfrm>
            <a:off x="9306351" y="5161020"/>
            <a:ext cx="144776" cy="143300"/>
          </a:xfrm>
          <a:prstGeom prst="rect">
            <a:avLst/>
          </a:prstGeom>
          <a:solidFill>
            <a:srgbClr val="3A88CE"/>
          </a:solidFill>
          <a:ln>
            <a:solidFill>
              <a:srgbClr val="3A8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333F1922-8050-4E8B-829A-5C2FA90FF9CC}"/>
              </a:ext>
            </a:extLst>
          </p:cNvPr>
          <p:cNvSpPr/>
          <p:nvPr/>
        </p:nvSpPr>
        <p:spPr>
          <a:xfrm>
            <a:off x="9455146" y="5161020"/>
            <a:ext cx="144776" cy="1433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25641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 animBg="1"/>
      <p:bldP spid="6" grpId="0" animBg="1"/>
      <p:bldP spid="7" grpId="0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4AFE552-B283-4F9F-9A71-C405BF851864}"/>
              </a:ext>
            </a:extLst>
          </p:cNvPr>
          <p:cNvSpPr/>
          <p:nvPr/>
        </p:nvSpPr>
        <p:spPr>
          <a:xfrm>
            <a:off x="0" y="0"/>
            <a:ext cx="12192000" cy="2099945"/>
          </a:xfrm>
          <a:prstGeom prst="rect">
            <a:avLst/>
          </a:prstGeom>
          <a:solidFill>
            <a:srgbClr val="70D1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A72501D-0460-4125-9CA3-1E4487A961F4}"/>
              </a:ext>
            </a:extLst>
          </p:cNvPr>
          <p:cNvSpPr/>
          <p:nvPr/>
        </p:nvSpPr>
        <p:spPr>
          <a:xfrm>
            <a:off x="0" y="2099945"/>
            <a:ext cx="12192000" cy="419100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rgbClr val="70D1F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74CDEFE-27B1-4234-BF7E-1ACBBCC52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05" y="594360"/>
            <a:ext cx="10515600" cy="1325880"/>
          </a:xfrm>
        </p:spPr>
        <p:txBody>
          <a:bodyPr/>
          <a:lstStyle/>
          <a:p>
            <a:r>
              <a:rPr lang="ko-KR" altLang="en-US">
                <a:gradFill>
                  <a:gsLst>
                    <a:gs pos="100000">
                      <a:schemeClr val="bg1"/>
                    </a:gs>
                    <a:gs pos="0">
                      <a:srgbClr val="D7F3F9"/>
                    </a:gs>
                  </a:gsLst>
                  <a:lin ang="5400000" scaled="1"/>
                </a:gradFill>
                <a:effectLst>
                  <a:glow rad="76200">
                    <a:schemeClr val="tx2">
                      <a:alpha val="5000"/>
                    </a:schemeClr>
                  </a:glow>
                  <a:reflection blurRad="50800" stA="70000" endPos="50000" dist="88900" dir="5400000" sy="-100000" algn="bl" rotWithShape="0"/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출력 병합기 스테이지</a:t>
            </a:r>
            <a:endParaRPr lang="ko-KR" altLang="en-US">
              <a:gradFill>
                <a:gsLst>
                  <a:gs pos="100000">
                    <a:schemeClr val="bg1"/>
                  </a:gs>
                  <a:gs pos="0">
                    <a:srgbClr val="D7F3F9"/>
                  </a:gs>
                </a:gsLst>
                <a:lin ang="5400000" scaled="1"/>
              </a:gradFill>
              <a:effectLst>
                <a:reflection blurRad="50800" stA="70000" endPos="50000" dist="88900" dir="5400000" sy="-100000" algn="bl" rotWithShape="0"/>
              </a:effectLst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5" name="내용 개체 틀 1"/>
          <p:cNvSpPr txBox="1">
            <a:spLocks noGrp="1"/>
          </p:cNvSpPr>
          <p:nvPr/>
        </p:nvSpPr>
        <p:spPr>
          <a:xfrm>
            <a:off x="4340225" y="2694305"/>
            <a:ext cx="7445375" cy="381762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>
              <a:spcBef>
                <a:spcPts val="1000"/>
              </a:spcBef>
            </a:pPr>
            <a:r>
              <a:rPr lang="ko-KR" altLang="en-US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출력 병합기 스테이지에서는 </a:t>
            </a:r>
            <a:r>
              <a:rPr lang="ko-KR" altLang="en-US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</a:rPr>
              <a:t>각 픽셀</a:t>
            </a:r>
            <a:r>
              <a:rPr lang="ko-KR" altLang="en-US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을 이전 드로우 콜에 의해 </a:t>
            </a:r>
            <a:r>
              <a:rPr lang="ko-KR" altLang="en-US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</a:rPr>
              <a:t>렌더대상에 그려진 픽셀과 비교</a:t>
            </a:r>
            <a:r>
              <a:rPr lang="ko-KR" altLang="en-US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하여 최종적으로 화면의 표시될 색상으로 </a:t>
            </a:r>
            <a:r>
              <a:rPr lang="ko-KR" altLang="en-US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</a:rPr>
              <a:t>혼합</a:t>
            </a:r>
            <a:r>
              <a:rPr lang="ko-KR" altLang="en-US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합니다</a:t>
            </a:r>
            <a:r>
              <a:rPr lang="en-US" alt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.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99965F9-EB12-43C0-9CC3-3792AA76F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52" y="4140242"/>
            <a:ext cx="2742837" cy="218940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230CC12-347F-47DD-844E-81322DDB732B}"/>
              </a:ext>
            </a:extLst>
          </p:cNvPr>
          <p:cNvSpPr/>
          <p:nvPr/>
        </p:nvSpPr>
        <p:spPr>
          <a:xfrm>
            <a:off x="4047894" y="4842997"/>
            <a:ext cx="144776" cy="14330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C9BF2CA-BBC5-4620-A749-0516B4FF827A}"/>
              </a:ext>
            </a:extLst>
          </p:cNvPr>
          <p:cNvSpPr/>
          <p:nvPr/>
        </p:nvSpPr>
        <p:spPr>
          <a:xfrm>
            <a:off x="4199200" y="4995397"/>
            <a:ext cx="144776" cy="143300"/>
          </a:xfrm>
          <a:prstGeom prst="rect">
            <a:avLst/>
          </a:prstGeom>
          <a:solidFill>
            <a:srgbClr val="EBFC0C"/>
          </a:solidFill>
          <a:ln>
            <a:solidFill>
              <a:srgbClr val="EBFC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7F735A-047A-4CCB-9B11-E2576923B65A}"/>
              </a:ext>
            </a:extLst>
          </p:cNvPr>
          <p:cNvSpPr/>
          <p:nvPr/>
        </p:nvSpPr>
        <p:spPr>
          <a:xfrm>
            <a:off x="4350506" y="5142364"/>
            <a:ext cx="144776" cy="143300"/>
          </a:xfrm>
          <a:prstGeom prst="rect">
            <a:avLst/>
          </a:prstGeom>
          <a:solidFill>
            <a:srgbClr val="8EF117"/>
          </a:solidFill>
          <a:ln>
            <a:solidFill>
              <a:srgbClr val="8EF1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33BA095-A05F-4819-AA7D-384ECC6F3B1A}"/>
              </a:ext>
            </a:extLst>
          </p:cNvPr>
          <p:cNvSpPr/>
          <p:nvPr/>
        </p:nvSpPr>
        <p:spPr>
          <a:xfrm>
            <a:off x="4198260" y="5144201"/>
            <a:ext cx="144776" cy="143300"/>
          </a:xfrm>
          <a:prstGeom prst="rect">
            <a:avLst/>
          </a:prstGeom>
          <a:solidFill>
            <a:srgbClr val="C6F810"/>
          </a:solidFill>
          <a:ln>
            <a:solidFill>
              <a:srgbClr val="C6F8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7AD076F-3C53-471A-9E74-0F4B4A1807F7}"/>
              </a:ext>
            </a:extLst>
          </p:cNvPr>
          <p:cNvSpPr/>
          <p:nvPr/>
        </p:nvSpPr>
        <p:spPr>
          <a:xfrm>
            <a:off x="4351114" y="4995397"/>
            <a:ext cx="144776" cy="143300"/>
          </a:xfrm>
          <a:prstGeom prst="rect">
            <a:avLst/>
          </a:prstGeom>
          <a:solidFill>
            <a:srgbClr val="C6F810"/>
          </a:solidFill>
          <a:ln>
            <a:solidFill>
              <a:srgbClr val="C6F8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5ABA238-1FDD-4CEF-A2E8-96A02C378212}"/>
              </a:ext>
            </a:extLst>
          </p:cNvPr>
          <p:cNvSpPr/>
          <p:nvPr/>
        </p:nvSpPr>
        <p:spPr>
          <a:xfrm>
            <a:off x="4502906" y="4995432"/>
            <a:ext cx="144776" cy="143300"/>
          </a:xfrm>
          <a:prstGeom prst="rect">
            <a:avLst/>
          </a:prstGeom>
          <a:solidFill>
            <a:srgbClr val="89EE3E"/>
          </a:solidFill>
          <a:ln>
            <a:solidFill>
              <a:srgbClr val="89EE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57FBCD4-3091-464B-9107-594A6E78D720}"/>
              </a:ext>
            </a:extLst>
          </p:cNvPr>
          <p:cNvSpPr/>
          <p:nvPr/>
        </p:nvSpPr>
        <p:spPr>
          <a:xfrm>
            <a:off x="4502906" y="5294764"/>
            <a:ext cx="144776" cy="143300"/>
          </a:xfrm>
          <a:prstGeom prst="rect">
            <a:avLst/>
          </a:prstGeom>
          <a:solidFill>
            <a:srgbClr val="75EE1A"/>
          </a:solidFill>
          <a:ln>
            <a:solidFill>
              <a:srgbClr val="75EE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00D526F-4F54-4555-9461-62A157ECC5A4}"/>
              </a:ext>
            </a:extLst>
          </p:cNvPr>
          <p:cNvSpPr/>
          <p:nvPr/>
        </p:nvSpPr>
        <p:spPr>
          <a:xfrm>
            <a:off x="4350660" y="5296601"/>
            <a:ext cx="144776" cy="143300"/>
          </a:xfrm>
          <a:prstGeom prst="rect">
            <a:avLst/>
          </a:prstGeom>
          <a:solidFill>
            <a:srgbClr val="75EE1A"/>
          </a:solidFill>
          <a:ln>
            <a:solidFill>
              <a:srgbClr val="75EE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96E2833-F284-4DE5-8CF6-245E63094F7A}"/>
              </a:ext>
            </a:extLst>
          </p:cNvPr>
          <p:cNvSpPr/>
          <p:nvPr/>
        </p:nvSpPr>
        <p:spPr>
          <a:xfrm>
            <a:off x="4503514" y="5147797"/>
            <a:ext cx="144776" cy="143300"/>
          </a:xfrm>
          <a:prstGeom prst="rect">
            <a:avLst/>
          </a:prstGeom>
          <a:solidFill>
            <a:srgbClr val="75EE1A"/>
          </a:solidFill>
          <a:ln>
            <a:solidFill>
              <a:srgbClr val="75EE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E0C08FC-0408-4D9E-AB07-DC78665C1613}"/>
              </a:ext>
            </a:extLst>
          </p:cNvPr>
          <p:cNvSpPr/>
          <p:nvPr/>
        </p:nvSpPr>
        <p:spPr>
          <a:xfrm>
            <a:off x="4655361" y="5144201"/>
            <a:ext cx="144776" cy="143300"/>
          </a:xfrm>
          <a:prstGeom prst="rect">
            <a:avLst/>
          </a:prstGeom>
          <a:solidFill>
            <a:srgbClr val="40EC48"/>
          </a:solidFill>
          <a:ln>
            <a:solidFill>
              <a:srgbClr val="40EC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F936BA2-0916-4B67-95E8-AF4C863788CA}"/>
              </a:ext>
            </a:extLst>
          </p:cNvPr>
          <p:cNvSpPr/>
          <p:nvPr/>
        </p:nvSpPr>
        <p:spPr>
          <a:xfrm>
            <a:off x="4655361" y="5294945"/>
            <a:ext cx="144776" cy="143300"/>
          </a:xfrm>
          <a:prstGeom prst="rect">
            <a:avLst/>
          </a:prstGeom>
          <a:solidFill>
            <a:srgbClr val="18DE39"/>
          </a:solidFill>
          <a:ln>
            <a:solidFill>
              <a:srgbClr val="18DE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BC711D3-5D83-430B-8021-6AAEF7F99EB6}"/>
              </a:ext>
            </a:extLst>
          </p:cNvPr>
          <p:cNvSpPr/>
          <p:nvPr/>
        </p:nvSpPr>
        <p:spPr>
          <a:xfrm>
            <a:off x="4501769" y="5444870"/>
            <a:ext cx="144776" cy="143300"/>
          </a:xfrm>
          <a:prstGeom prst="rect">
            <a:avLst/>
          </a:prstGeom>
          <a:solidFill>
            <a:srgbClr val="59E820"/>
          </a:solidFill>
          <a:ln>
            <a:solidFill>
              <a:srgbClr val="59E8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A119E4A-5EA5-4E01-AAE3-FC83E55FDC41}"/>
              </a:ext>
            </a:extLst>
          </p:cNvPr>
          <p:cNvSpPr/>
          <p:nvPr/>
        </p:nvSpPr>
        <p:spPr>
          <a:xfrm>
            <a:off x="4652822" y="5444870"/>
            <a:ext cx="144776" cy="143300"/>
          </a:xfrm>
          <a:prstGeom prst="rect">
            <a:avLst/>
          </a:prstGeom>
          <a:solidFill>
            <a:srgbClr val="1ADC3A"/>
          </a:solidFill>
          <a:ln>
            <a:solidFill>
              <a:srgbClr val="1ADC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2A26DDA-644C-4E78-BDCB-9FBB7183BD68}"/>
              </a:ext>
            </a:extLst>
          </p:cNvPr>
          <p:cNvSpPr/>
          <p:nvPr/>
        </p:nvSpPr>
        <p:spPr>
          <a:xfrm>
            <a:off x="4807111" y="5144201"/>
            <a:ext cx="144776" cy="143300"/>
          </a:xfrm>
          <a:prstGeom prst="rect">
            <a:avLst/>
          </a:prstGeom>
          <a:solidFill>
            <a:srgbClr val="43E992"/>
          </a:solidFill>
          <a:ln>
            <a:solidFill>
              <a:srgbClr val="43E9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31729BF-05CD-40B1-93D0-ADF28B3D1809}"/>
              </a:ext>
            </a:extLst>
          </p:cNvPr>
          <p:cNvSpPr/>
          <p:nvPr/>
        </p:nvSpPr>
        <p:spPr>
          <a:xfrm>
            <a:off x="4807111" y="5294945"/>
            <a:ext cx="144776" cy="143300"/>
          </a:xfrm>
          <a:prstGeom prst="rect">
            <a:avLst/>
          </a:prstGeom>
          <a:solidFill>
            <a:srgbClr val="43E992"/>
          </a:solidFill>
          <a:ln>
            <a:solidFill>
              <a:srgbClr val="43E9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0DBC520-83D8-471F-967F-8C75029930A2}"/>
              </a:ext>
            </a:extLst>
          </p:cNvPr>
          <p:cNvSpPr/>
          <p:nvPr/>
        </p:nvSpPr>
        <p:spPr>
          <a:xfrm>
            <a:off x="4807604" y="5445444"/>
            <a:ext cx="144776" cy="143300"/>
          </a:xfrm>
          <a:prstGeom prst="rect">
            <a:avLst/>
          </a:prstGeom>
          <a:solidFill>
            <a:srgbClr val="1FD77F"/>
          </a:solidFill>
          <a:ln>
            <a:solidFill>
              <a:srgbClr val="1FD7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FF352C-49D2-4C97-ADDB-E97F6857165A}"/>
              </a:ext>
            </a:extLst>
          </p:cNvPr>
          <p:cNvSpPr/>
          <p:nvPr/>
        </p:nvSpPr>
        <p:spPr>
          <a:xfrm>
            <a:off x="4957281" y="5144201"/>
            <a:ext cx="144776" cy="143300"/>
          </a:xfrm>
          <a:prstGeom prst="rect">
            <a:avLst/>
          </a:prstGeom>
          <a:solidFill>
            <a:srgbClr val="46E6C8"/>
          </a:solidFill>
          <a:ln>
            <a:solidFill>
              <a:srgbClr val="46E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2D483F3-93D4-44E5-A72E-BFE082BDEE9B}"/>
              </a:ext>
            </a:extLst>
          </p:cNvPr>
          <p:cNvSpPr/>
          <p:nvPr/>
        </p:nvSpPr>
        <p:spPr>
          <a:xfrm>
            <a:off x="4958164" y="5295039"/>
            <a:ext cx="144776" cy="143300"/>
          </a:xfrm>
          <a:prstGeom prst="rect">
            <a:avLst/>
          </a:prstGeom>
          <a:solidFill>
            <a:srgbClr val="4AE2BE"/>
          </a:solidFill>
          <a:ln>
            <a:solidFill>
              <a:srgbClr val="4AE2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8CC7808-5F3B-470B-95AE-D17B189DAE7E}"/>
              </a:ext>
            </a:extLst>
          </p:cNvPr>
          <p:cNvSpPr/>
          <p:nvPr/>
        </p:nvSpPr>
        <p:spPr>
          <a:xfrm>
            <a:off x="4957761" y="5445444"/>
            <a:ext cx="144776" cy="143300"/>
          </a:xfrm>
          <a:prstGeom prst="rect">
            <a:avLst/>
          </a:prstGeom>
          <a:solidFill>
            <a:srgbClr val="4AE2BE"/>
          </a:solidFill>
          <a:ln>
            <a:solidFill>
              <a:srgbClr val="4AE2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B6B903D-F794-427C-B394-8A303C3B1251}"/>
              </a:ext>
            </a:extLst>
          </p:cNvPr>
          <p:cNvSpPr/>
          <p:nvPr/>
        </p:nvSpPr>
        <p:spPr>
          <a:xfrm>
            <a:off x="4501769" y="5595275"/>
            <a:ext cx="144776" cy="143300"/>
          </a:xfrm>
          <a:prstGeom prst="rect">
            <a:avLst/>
          </a:prstGeom>
          <a:solidFill>
            <a:srgbClr val="38D91D"/>
          </a:solidFill>
          <a:ln>
            <a:solidFill>
              <a:srgbClr val="38D9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429EAAE-E4FA-47CC-8F57-E912A0F9C0EB}"/>
              </a:ext>
            </a:extLst>
          </p:cNvPr>
          <p:cNvSpPr/>
          <p:nvPr/>
        </p:nvSpPr>
        <p:spPr>
          <a:xfrm>
            <a:off x="4650768" y="5595275"/>
            <a:ext cx="144776" cy="143300"/>
          </a:xfrm>
          <a:prstGeom prst="rect">
            <a:avLst/>
          </a:prstGeom>
          <a:solidFill>
            <a:srgbClr val="1ADC3A"/>
          </a:solidFill>
          <a:ln>
            <a:solidFill>
              <a:srgbClr val="1ADC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3452E78-9CDC-4E4D-9ED9-9AE4F026D4D1}"/>
              </a:ext>
            </a:extLst>
          </p:cNvPr>
          <p:cNvSpPr/>
          <p:nvPr/>
        </p:nvSpPr>
        <p:spPr>
          <a:xfrm>
            <a:off x="5102537" y="5301096"/>
            <a:ext cx="144776" cy="143300"/>
          </a:xfrm>
          <a:prstGeom prst="rect">
            <a:avLst/>
          </a:prstGeom>
          <a:solidFill>
            <a:srgbClr val="52C3DA"/>
          </a:solidFill>
          <a:ln>
            <a:solidFill>
              <a:srgbClr val="52C3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A62C14A-B512-44BF-B706-F41347ABB0EB}"/>
              </a:ext>
            </a:extLst>
          </p:cNvPr>
          <p:cNvSpPr/>
          <p:nvPr/>
        </p:nvSpPr>
        <p:spPr>
          <a:xfrm>
            <a:off x="5106230" y="5445444"/>
            <a:ext cx="144776" cy="143300"/>
          </a:xfrm>
          <a:prstGeom prst="rect">
            <a:avLst/>
          </a:prstGeom>
          <a:solidFill>
            <a:srgbClr val="4FDDDA"/>
          </a:solidFill>
          <a:ln>
            <a:solidFill>
              <a:srgbClr val="4FDD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5F3975B-26D2-4CD0-A579-F278D853CE02}"/>
              </a:ext>
            </a:extLst>
          </p:cNvPr>
          <p:cNvSpPr/>
          <p:nvPr/>
        </p:nvSpPr>
        <p:spPr>
          <a:xfrm>
            <a:off x="5252037" y="5301570"/>
            <a:ext cx="144776" cy="143300"/>
          </a:xfrm>
          <a:prstGeom prst="rect">
            <a:avLst/>
          </a:prstGeom>
          <a:solidFill>
            <a:srgbClr val="3A88CE"/>
          </a:solidFill>
          <a:ln>
            <a:solidFill>
              <a:srgbClr val="3A8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03D1715-68F9-4DB8-9121-8B69EF4C2372}"/>
              </a:ext>
            </a:extLst>
          </p:cNvPr>
          <p:cNvSpPr/>
          <p:nvPr/>
        </p:nvSpPr>
        <p:spPr>
          <a:xfrm>
            <a:off x="5400832" y="5301570"/>
            <a:ext cx="144776" cy="1433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5CFC68B-ECEC-4332-A8A5-DE81F184D37A}"/>
              </a:ext>
            </a:extLst>
          </p:cNvPr>
          <p:cNvSpPr/>
          <p:nvPr/>
        </p:nvSpPr>
        <p:spPr>
          <a:xfrm>
            <a:off x="3858928" y="4463418"/>
            <a:ext cx="2137716" cy="160718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6D59BEB-0410-44EF-8AAC-2E785ED5B3ED}"/>
              </a:ext>
            </a:extLst>
          </p:cNvPr>
          <p:cNvSpPr/>
          <p:nvPr/>
        </p:nvSpPr>
        <p:spPr>
          <a:xfrm>
            <a:off x="7407322" y="5294945"/>
            <a:ext cx="144776" cy="143300"/>
          </a:xfrm>
          <a:prstGeom prst="rect">
            <a:avLst/>
          </a:prstGeom>
          <a:solidFill>
            <a:srgbClr val="AE3057"/>
          </a:solidFill>
          <a:ln>
            <a:solidFill>
              <a:srgbClr val="AE30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A35C7E6-DB6F-4848-8AE0-A3730DB030DA}"/>
              </a:ext>
            </a:extLst>
          </p:cNvPr>
          <p:cNvSpPr/>
          <p:nvPr/>
        </p:nvSpPr>
        <p:spPr>
          <a:xfrm>
            <a:off x="7404783" y="5444870"/>
            <a:ext cx="144776" cy="143300"/>
          </a:xfrm>
          <a:prstGeom prst="rect">
            <a:avLst/>
          </a:prstGeom>
          <a:solidFill>
            <a:srgbClr val="C82A2A"/>
          </a:solidFill>
          <a:ln>
            <a:solidFill>
              <a:srgbClr val="C82A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438D6DF-630A-4EF7-8409-257B2EC1E429}"/>
              </a:ext>
            </a:extLst>
          </p:cNvPr>
          <p:cNvSpPr/>
          <p:nvPr/>
        </p:nvSpPr>
        <p:spPr>
          <a:xfrm>
            <a:off x="7559072" y="5144201"/>
            <a:ext cx="144776" cy="143300"/>
          </a:xfrm>
          <a:prstGeom prst="rect">
            <a:avLst/>
          </a:prstGeom>
          <a:solidFill>
            <a:srgbClr val="8D319F"/>
          </a:solidFill>
          <a:ln>
            <a:solidFill>
              <a:srgbClr val="8D31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5485A35-2741-4FD7-A150-8B7D633366D0}"/>
              </a:ext>
            </a:extLst>
          </p:cNvPr>
          <p:cNvSpPr/>
          <p:nvPr/>
        </p:nvSpPr>
        <p:spPr>
          <a:xfrm>
            <a:off x="7559072" y="5294945"/>
            <a:ext cx="144776" cy="143300"/>
          </a:xfrm>
          <a:prstGeom prst="rect">
            <a:avLst/>
          </a:prstGeom>
          <a:solidFill>
            <a:srgbClr val="A32D79"/>
          </a:solidFill>
          <a:ln>
            <a:solidFill>
              <a:srgbClr val="A32D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64865B1-FDFF-4978-9954-7C5273E9A95C}"/>
              </a:ext>
            </a:extLst>
          </p:cNvPr>
          <p:cNvSpPr/>
          <p:nvPr/>
        </p:nvSpPr>
        <p:spPr>
          <a:xfrm>
            <a:off x="7559565" y="5445444"/>
            <a:ext cx="144776" cy="143300"/>
          </a:xfrm>
          <a:prstGeom prst="rect">
            <a:avLst/>
          </a:prstGeom>
          <a:solidFill>
            <a:srgbClr val="F75427"/>
          </a:solidFill>
          <a:ln>
            <a:solidFill>
              <a:srgbClr val="F754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9CFDADC-69A8-4497-905A-98809EC736A2}"/>
              </a:ext>
            </a:extLst>
          </p:cNvPr>
          <p:cNvSpPr/>
          <p:nvPr/>
        </p:nvSpPr>
        <p:spPr>
          <a:xfrm>
            <a:off x="7709242" y="5144201"/>
            <a:ext cx="144776" cy="143300"/>
          </a:xfrm>
          <a:prstGeom prst="rect">
            <a:avLst/>
          </a:prstGeom>
          <a:solidFill>
            <a:srgbClr val="E52F97"/>
          </a:solidFill>
          <a:ln>
            <a:solidFill>
              <a:srgbClr val="E52F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4E1FA096-B1B5-48BC-8ABB-2D3D6745EF84}"/>
              </a:ext>
            </a:extLst>
          </p:cNvPr>
          <p:cNvSpPr/>
          <p:nvPr/>
        </p:nvSpPr>
        <p:spPr>
          <a:xfrm>
            <a:off x="7710125" y="5295039"/>
            <a:ext cx="144776" cy="143300"/>
          </a:xfrm>
          <a:prstGeom prst="rect">
            <a:avLst/>
          </a:prstGeom>
          <a:solidFill>
            <a:srgbClr val="E34949"/>
          </a:solidFill>
          <a:ln>
            <a:solidFill>
              <a:srgbClr val="E34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D2F81D9-87F7-48DA-AD73-2A8204DF21DD}"/>
              </a:ext>
            </a:extLst>
          </p:cNvPr>
          <p:cNvSpPr/>
          <p:nvPr/>
        </p:nvSpPr>
        <p:spPr>
          <a:xfrm>
            <a:off x="7709722" y="5445444"/>
            <a:ext cx="144776" cy="143300"/>
          </a:xfrm>
          <a:prstGeom prst="rect">
            <a:avLst/>
          </a:prstGeom>
          <a:solidFill>
            <a:srgbClr val="F94825"/>
          </a:solidFill>
          <a:ln>
            <a:solidFill>
              <a:srgbClr val="F948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083846A-5632-4A93-8141-2DDDC5221800}"/>
              </a:ext>
            </a:extLst>
          </p:cNvPr>
          <p:cNvSpPr/>
          <p:nvPr/>
        </p:nvSpPr>
        <p:spPr>
          <a:xfrm>
            <a:off x="7253730" y="5595275"/>
            <a:ext cx="144776" cy="1433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7A3328B-270B-4DE2-A721-4AA8329321A6}"/>
              </a:ext>
            </a:extLst>
          </p:cNvPr>
          <p:cNvSpPr/>
          <p:nvPr/>
        </p:nvSpPr>
        <p:spPr>
          <a:xfrm>
            <a:off x="7402729" y="5595275"/>
            <a:ext cx="144776" cy="143300"/>
          </a:xfrm>
          <a:prstGeom prst="rect">
            <a:avLst/>
          </a:prstGeom>
          <a:solidFill>
            <a:srgbClr val="F2652C"/>
          </a:solidFill>
          <a:ln>
            <a:solidFill>
              <a:srgbClr val="F265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06491F1-B358-4D29-BEF2-6FCDF58AA733}"/>
              </a:ext>
            </a:extLst>
          </p:cNvPr>
          <p:cNvSpPr/>
          <p:nvPr/>
        </p:nvSpPr>
        <p:spPr>
          <a:xfrm>
            <a:off x="7854498" y="5301096"/>
            <a:ext cx="144776" cy="143300"/>
          </a:xfrm>
          <a:prstGeom prst="rect">
            <a:avLst/>
          </a:prstGeom>
          <a:solidFill>
            <a:srgbClr val="E5476D"/>
          </a:solidFill>
          <a:ln>
            <a:solidFill>
              <a:srgbClr val="E547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C7AE51DC-4077-44CE-8CBD-3D6710536D9F}"/>
              </a:ext>
            </a:extLst>
          </p:cNvPr>
          <p:cNvSpPr/>
          <p:nvPr/>
        </p:nvSpPr>
        <p:spPr>
          <a:xfrm>
            <a:off x="7858191" y="5445444"/>
            <a:ext cx="144776" cy="143300"/>
          </a:xfrm>
          <a:prstGeom prst="rect">
            <a:avLst/>
          </a:prstGeom>
          <a:solidFill>
            <a:srgbClr val="FA210A"/>
          </a:solidFill>
          <a:ln>
            <a:solidFill>
              <a:srgbClr val="FA210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E03BEF7-E5EE-472D-899E-7906D210728F}"/>
              </a:ext>
            </a:extLst>
          </p:cNvPr>
          <p:cNvSpPr/>
          <p:nvPr/>
        </p:nvSpPr>
        <p:spPr>
          <a:xfrm>
            <a:off x="8003998" y="5301570"/>
            <a:ext cx="144776" cy="143300"/>
          </a:xfrm>
          <a:prstGeom prst="rect">
            <a:avLst/>
          </a:prstGeom>
          <a:solidFill>
            <a:srgbClr val="F6006F"/>
          </a:solidFill>
          <a:ln>
            <a:solidFill>
              <a:srgbClr val="F600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EB32374-8996-4BD3-8F41-06377E7C9B83}"/>
              </a:ext>
            </a:extLst>
          </p:cNvPr>
          <p:cNvSpPr/>
          <p:nvPr/>
        </p:nvSpPr>
        <p:spPr>
          <a:xfrm>
            <a:off x="8152793" y="5301570"/>
            <a:ext cx="144776" cy="1433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30476DF4-61FD-46E2-8189-DF69749DD380}"/>
              </a:ext>
            </a:extLst>
          </p:cNvPr>
          <p:cNvSpPr/>
          <p:nvPr/>
        </p:nvSpPr>
        <p:spPr>
          <a:xfrm>
            <a:off x="6610889" y="4463418"/>
            <a:ext cx="2137716" cy="160718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51C6CB86-F702-4C0F-A2E3-D1C509DD86CD}"/>
              </a:ext>
            </a:extLst>
          </p:cNvPr>
          <p:cNvSpPr/>
          <p:nvPr/>
        </p:nvSpPr>
        <p:spPr>
          <a:xfrm>
            <a:off x="9703198" y="4877558"/>
            <a:ext cx="144776" cy="14330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90F1EC3-5E2C-4A1C-A421-2EB763E83603}"/>
              </a:ext>
            </a:extLst>
          </p:cNvPr>
          <p:cNvSpPr/>
          <p:nvPr/>
        </p:nvSpPr>
        <p:spPr>
          <a:xfrm>
            <a:off x="9854504" y="5029958"/>
            <a:ext cx="144776" cy="143300"/>
          </a:xfrm>
          <a:prstGeom prst="rect">
            <a:avLst/>
          </a:prstGeom>
          <a:solidFill>
            <a:srgbClr val="EBFC0C"/>
          </a:solidFill>
          <a:ln>
            <a:solidFill>
              <a:srgbClr val="EBFC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1F021212-3AB5-45D3-B5EA-02E3AA3CCEDF}"/>
              </a:ext>
            </a:extLst>
          </p:cNvPr>
          <p:cNvSpPr/>
          <p:nvPr/>
        </p:nvSpPr>
        <p:spPr>
          <a:xfrm>
            <a:off x="10005810" y="5176925"/>
            <a:ext cx="144776" cy="143300"/>
          </a:xfrm>
          <a:prstGeom prst="rect">
            <a:avLst/>
          </a:prstGeom>
          <a:solidFill>
            <a:srgbClr val="8EF117"/>
          </a:solidFill>
          <a:ln>
            <a:solidFill>
              <a:srgbClr val="8EF1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937FDEDB-B7BC-4301-9D35-A90484F6F434}"/>
              </a:ext>
            </a:extLst>
          </p:cNvPr>
          <p:cNvSpPr/>
          <p:nvPr/>
        </p:nvSpPr>
        <p:spPr>
          <a:xfrm>
            <a:off x="9853564" y="5178762"/>
            <a:ext cx="144776" cy="143300"/>
          </a:xfrm>
          <a:prstGeom prst="rect">
            <a:avLst/>
          </a:prstGeom>
          <a:solidFill>
            <a:srgbClr val="C6F810"/>
          </a:solidFill>
          <a:ln>
            <a:solidFill>
              <a:srgbClr val="C6F8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1DFD9F73-1160-4A5A-89D2-50D3E5A51706}"/>
              </a:ext>
            </a:extLst>
          </p:cNvPr>
          <p:cNvSpPr/>
          <p:nvPr/>
        </p:nvSpPr>
        <p:spPr>
          <a:xfrm>
            <a:off x="10006418" y="5029958"/>
            <a:ext cx="144776" cy="143300"/>
          </a:xfrm>
          <a:prstGeom prst="rect">
            <a:avLst/>
          </a:prstGeom>
          <a:solidFill>
            <a:srgbClr val="C6F810"/>
          </a:solidFill>
          <a:ln>
            <a:solidFill>
              <a:srgbClr val="C6F8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96F2FFD4-12AD-433A-B914-A4F4D81B5861}"/>
              </a:ext>
            </a:extLst>
          </p:cNvPr>
          <p:cNvSpPr/>
          <p:nvPr/>
        </p:nvSpPr>
        <p:spPr>
          <a:xfrm>
            <a:off x="10158210" y="5029993"/>
            <a:ext cx="144776" cy="143300"/>
          </a:xfrm>
          <a:prstGeom prst="rect">
            <a:avLst/>
          </a:prstGeom>
          <a:solidFill>
            <a:srgbClr val="89EE3E"/>
          </a:solidFill>
          <a:ln>
            <a:solidFill>
              <a:srgbClr val="89EE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1EF969A8-CC4E-4497-912D-6488D7C66423}"/>
              </a:ext>
            </a:extLst>
          </p:cNvPr>
          <p:cNvSpPr/>
          <p:nvPr/>
        </p:nvSpPr>
        <p:spPr>
          <a:xfrm>
            <a:off x="10158210" y="5329325"/>
            <a:ext cx="144776" cy="143300"/>
          </a:xfrm>
          <a:prstGeom prst="rect">
            <a:avLst/>
          </a:prstGeom>
          <a:solidFill>
            <a:srgbClr val="75EE1A"/>
          </a:solidFill>
          <a:ln>
            <a:solidFill>
              <a:srgbClr val="75EE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CF41651-1865-4695-8E5F-17F924E36BDE}"/>
              </a:ext>
            </a:extLst>
          </p:cNvPr>
          <p:cNvSpPr/>
          <p:nvPr/>
        </p:nvSpPr>
        <p:spPr>
          <a:xfrm>
            <a:off x="10005964" y="5331162"/>
            <a:ext cx="144776" cy="143300"/>
          </a:xfrm>
          <a:prstGeom prst="rect">
            <a:avLst/>
          </a:prstGeom>
          <a:solidFill>
            <a:srgbClr val="75EE1A"/>
          </a:solidFill>
          <a:ln>
            <a:solidFill>
              <a:srgbClr val="75EE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97C11EBC-AC4A-4DCC-972A-E94F0311ACFA}"/>
              </a:ext>
            </a:extLst>
          </p:cNvPr>
          <p:cNvSpPr/>
          <p:nvPr/>
        </p:nvSpPr>
        <p:spPr>
          <a:xfrm>
            <a:off x="10158818" y="5182358"/>
            <a:ext cx="144776" cy="143300"/>
          </a:xfrm>
          <a:prstGeom prst="rect">
            <a:avLst/>
          </a:prstGeom>
          <a:solidFill>
            <a:srgbClr val="75EE1A"/>
          </a:solidFill>
          <a:ln>
            <a:solidFill>
              <a:srgbClr val="75EE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C369FE09-A82A-42C9-B52B-A7C02D7F218A}"/>
              </a:ext>
            </a:extLst>
          </p:cNvPr>
          <p:cNvSpPr/>
          <p:nvPr/>
        </p:nvSpPr>
        <p:spPr>
          <a:xfrm>
            <a:off x="10310665" y="5178762"/>
            <a:ext cx="144776" cy="143300"/>
          </a:xfrm>
          <a:prstGeom prst="rect">
            <a:avLst/>
          </a:prstGeom>
          <a:solidFill>
            <a:srgbClr val="40EC48"/>
          </a:solidFill>
          <a:ln>
            <a:solidFill>
              <a:srgbClr val="40EC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CA6790B9-7C61-4925-95F6-C3BE8415F60D}"/>
              </a:ext>
            </a:extLst>
          </p:cNvPr>
          <p:cNvSpPr/>
          <p:nvPr/>
        </p:nvSpPr>
        <p:spPr>
          <a:xfrm>
            <a:off x="10310665" y="5329506"/>
            <a:ext cx="144776" cy="143300"/>
          </a:xfrm>
          <a:prstGeom prst="rect">
            <a:avLst/>
          </a:prstGeom>
          <a:solidFill>
            <a:srgbClr val="18DE39"/>
          </a:solidFill>
          <a:ln>
            <a:solidFill>
              <a:srgbClr val="18DE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77259820-B72D-41A2-B92A-D0E229D216CB}"/>
              </a:ext>
            </a:extLst>
          </p:cNvPr>
          <p:cNvSpPr/>
          <p:nvPr/>
        </p:nvSpPr>
        <p:spPr>
          <a:xfrm>
            <a:off x="10157073" y="5479431"/>
            <a:ext cx="144776" cy="143300"/>
          </a:xfrm>
          <a:prstGeom prst="rect">
            <a:avLst/>
          </a:prstGeom>
          <a:solidFill>
            <a:srgbClr val="59E820"/>
          </a:solidFill>
          <a:ln>
            <a:solidFill>
              <a:srgbClr val="59E8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E819B092-7AD0-4ECC-88B1-801D437A918B}"/>
              </a:ext>
            </a:extLst>
          </p:cNvPr>
          <p:cNvSpPr/>
          <p:nvPr/>
        </p:nvSpPr>
        <p:spPr>
          <a:xfrm>
            <a:off x="10308126" y="5479431"/>
            <a:ext cx="144776" cy="143300"/>
          </a:xfrm>
          <a:prstGeom prst="rect">
            <a:avLst/>
          </a:prstGeom>
          <a:solidFill>
            <a:srgbClr val="1ADC3A"/>
          </a:solidFill>
          <a:ln>
            <a:solidFill>
              <a:srgbClr val="1ADC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D7A2E55C-0949-42EC-A6F6-670AFB486631}"/>
              </a:ext>
            </a:extLst>
          </p:cNvPr>
          <p:cNvSpPr/>
          <p:nvPr/>
        </p:nvSpPr>
        <p:spPr>
          <a:xfrm>
            <a:off x="10462415" y="5178762"/>
            <a:ext cx="144776" cy="143300"/>
          </a:xfrm>
          <a:prstGeom prst="rect">
            <a:avLst/>
          </a:prstGeom>
          <a:solidFill>
            <a:srgbClr val="43E992"/>
          </a:solidFill>
          <a:ln>
            <a:solidFill>
              <a:srgbClr val="43E9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4688D8F3-3877-4EBA-88E8-3662AB07703A}"/>
              </a:ext>
            </a:extLst>
          </p:cNvPr>
          <p:cNvSpPr/>
          <p:nvPr/>
        </p:nvSpPr>
        <p:spPr>
          <a:xfrm>
            <a:off x="10462415" y="5329506"/>
            <a:ext cx="144776" cy="143300"/>
          </a:xfrm>
          <a:prstGeom prst="rect">
            <a:avLst/>
          </a:prstGeom>
          <a:solidFill>
            <a:srgbClr val="43E992"/>
          </a:solidFill>
          <a:ln>
            <a:solidFill>
              <a:srgbClr val="43E9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061C95DA-8C4C-4865-AA67-DB992F118815}"/>
              </a:ext>
            </a:extLst>
          </p:cNvPr>
          <p:cNvSpPr/>
          <p:nvPr/>
        </p:nvSpPr>
        <p:spPr>
          <a:xfrm>
            <a:off x="10462908" y="5480005"/>
            <a:ext cx="144776" cy="143300"/>
          </a:xfrm>
          <a:prstGeom prst="rect">
            <a:avLst/>
          </a:prstGeom>
          <a:solidFill>
            <a:srgbClr val="1FD77F"/>
          </a:solidFill>
          <a:ln>
            <a:solidFill>
              <a:srgbClr val="1FD7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8FB4200E-8B3A-48D2-8B40-0904CB792597}"/>
              </a:ext>
            </a:extLst>
          </p:cNvPr>
          <p:cNvSpPr/>
          <p:nvPr/>
        </p:nvSpPr>
        <p:spPr>
          <a:xfrm>
            <a:off x="10612585" y="5178762"/>
            <a:ext cx="144776" cy="143300"/>
          </a:xfrm>
          <a:prstGeom prst="rect">
            <a:avLst/>
          </a:prstGeom>
          <a:solidFill>
            <a:srgbClr val="46E6C8"/>
          </a:solidFill>
          <a:ln>
            <a:solidFill>
              <a:srgbClr val="46E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2355807E-42CE-43A6-A734-24801312D22B}"/>
              </a:ext>
            </a:extLst>
          </p:cNvPr>
          <p:cNvSpPr/>
          <p:nvPr/>
        </p:nvSpPr>
        <p:spPr>
          <a:xfrm>
            <a:off x="10613468" y="5329600"/>
            <a:ext cx="144776" cy="143300"/>
          </a:xfrm>
          <a:prstGeom prst="rect">
            <a:avLst/>
          </a:prstGeom>
          <a:solidFill>
            <a:srgbClr val="4AE2BE"/>
          </a:solidFill>
          <a:ln>
            <a:solidFill>
              <a:srgbClr val="4AE2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D3251B24-493F-461B-A4F0-DBEA0B629C45}"/>
              </a:ext>
            </a:extLst>
          </p:cNvPr>
          <p:cNvSpPr/>
          <p:nvPr/>
        </p:nvSpPr>
        <p:spPr>
          <a:xfrm>
            <a:off x="10613065" y="5480005"/>
            <a:ext cx="144776" cy="143300"/>
          </a:xfrm>
          <a:prstGeom prst="rect">
            <a:avLst/>
          </a:prstGeom>
          <a:solidFill>
            <a:srgbClr val="4AE2BE"/>
          </a:solidFill>
          <a:ln>
            <a:solidFill>
              <a:srgbClr val="4AE2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E79E8E72-E4EB-4ADC-ACF3-14AC1ED19AB2}"/>
              </a:ext>
            </a:extLst>
          </p:cNvPr>
          <p:cNvSpPr/>
          <p:nvPr/>
        </p:nvSpPr>
        <p:spPr>
          <a:xfrm>
            <a:off x="10157073" y="5629836"/>
            <a:ext cx="144776" cy="143300"/>
          </a:xfrm>
          <a:prstGeom prst="rect">
            <a:avLst/>
          </a:prstGeom>
          <a:solidFill>
            <a:srgbClr val="38D91D"/>
          </a:solidFill>
          <a:ln>
            <a:solidFill>
              <a:srgbClr val="38D9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D8CD171D-A9B8-46A6-A685-3FEDE307FDF2}"/>
              </a:ext>
            </a:extLst>
          </p:cNvPr>
          <p:cNvSpPr/>
          <p:nvPr/>
        </p:nvSpPr>
        <p:spPr>
          <a:xfrm>
            <a:off x="10306072" y="5629836"/>
            <a:ext cx="144776" cy="143300"/>
          </a:xfrm>
          <a:prstGeom prst="rect">
            <a:avLst/>
          </a:prstGeom>
          <a:solidFill>
            <a:srgbClr val="1ADC3A"/>
          </a:solidFill>
          <a:ln>
            <a:solidFill>
              <a:srgbClr val="1ADC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68DFE6BE-1085-44F7-85C6-F349CD394EBF}"/>
              </a:ext>
            </a:extLst>
          </p:cNvPr>
          <p:cNvSpPr/>
          <p:nvPr/>
        </p:nvSpPr>
        <p:spPr>
          <a:xfrm>
            <a:off x="10757841" y="5335657"/>
            <a:ext cx="144776" cy="143300"/>
          </a:xfrm>
          <a:prstGeom prst="rect">
            <a:avLst/>
          </a:prstGeom>
          <a:solidFill>
            <a:srgbClr val="52C3DA"/>
          </a:solidFill>
          <a:ln>
            <a:solidFill>
              <a:srgbClr val="52C3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024AB1CC-C8FB-4D9D-A16B-DA56870C6546}"/>
              </a:ext>
            </a:extLst>
          </p:cNvPr>
          <p:cNvSpPr/>
          <p:nvPr/>
        </p:nvSpPr>
        <p:spPr>
          <a:xfrm>
            <a:off x="10761534" y="5480005"/>
            <a:ext cx="144776" cy="143300"/>
          </a:xfrm>
          <a:prstGeom prst="rect">
            <a:avLst/>
          </a:prstGeom>
          <a:solidFill>
            <a:srgbClr val="4FDDDA"/>
          </a:solidFill>
          <a:ln>
            <a:solidFill>
              <a:srgbClr val="4FDD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D3620718-78CA-43A5-852F-751767DD5997}"/>
              </a:ext>
            </a:extLst>
          </p:cNvPr>
          <p:cNvSpPr/>
          <p:nvPr/>
        </p:nvSpPr>
        <p:spPr>
          <a:xfrm>
            <a:off x="10907341" y="5336131"/>
            <a:ext cx="144776" cy="143300"/>
          </a:xfrm>
          <a:prstGeom prst="rect">
            <a:avLst/>
          </a:prstGeom>
          <a:solidFill>
            <a:srgbClr val="3A88CE"/>
          </a:solidFill>
          <a:ln>
            <a:solidFill>
              <a:srgbClr val="3A8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CA0430B6-6DD9-4736-B234-3AA3929A60F4}"/>
              </a:ext>
            </a:extLst>
          </p:cNvPr>
          <p:cNvSpPr/>
          <p:nvPr/>
        </p:nvSpPr>
        <p:spPr>
          <a:xfrm>
            <a:off x="11056136" y="5336131"/>
            <a:ext cx="144776" cy="1433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73203B4C-E1EA-48EC-BF72-95EC7BE278CE}"/>
              </a:ext>
            </a:extLst>
          </p:cNvPr>
          <p:cNvSpPr/>
          <p:nvPr/>
        </p:nvSpPr>
        <p:spPr>
          <a:xfrm>
            <a:off x="9514232" y="4497979"/>
            <a:ext cx="2137716" cy="160718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68442C76-41E5-4769-BD2A-9D7E81FF30A8}"/>
              </a:ext>
            </a:extLst>
          </p:cNvPr>
          <p:cNvSpPr/>
          <p:nvPr/>
        </p:nvSpPr>
        <p:spPr>
          <a:xfrm>
            <a:off x="7716788" y="4984921"/>
            <a:ext cx="144776" cy="14330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AC6923BB-C1BD-442F-874D-72537D380DD1}"/>
              </a:ext>
            </a:extLst>
          </p:cNvPr>
          <p:cNvSpPr/>
          <p:nvPr/>
        </p:nvSpPr>
        <p:spPr>
          <a:xfrm>
            <a:off x="7862011" y="5147319"/>
            <a:ext cx="144776" cy="143300"/>
          </a:xfrm>
          <a:prstGeom prst="rect">
            <a:avLst/>
          </a:prstGeom>
          <a:solidFill>
            <a:srgbClr val="F501D8"/>
          </a:solidFill>
          <a:ln>
            <a:solidFill>
              <a:srgbClr val="F501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52F69B-A711-4AB7-8F96-24F1852CD02D}"/>
              </a:ext>
            </a:extLst>
          </p:cNvPr>
          <p:cNvSpPr txBox="1"/>
          <p:nvPr/>
        </p:nvSpPr>
        <p:spPr>
          <a:xfrm>
            <a:off x="4281695" y="6142593"/>
            <a:ext cx="1352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 현재 픽셀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F30E38-1F08-48D6-809D-ECC3D5DFEA36}"/>
              </a:ext>
            </a:extLst>
          </p:cNvPr>
          <p:cNvSpPr txBox="1"/>
          <p:nvPr/>
        </p:nvSpPr>
        <p:spPr>
          <a:xfrm>
            <a:off x="6768522" y="6142593"/>
            <a:ext cx="1822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 렌더 대상 픽셀</a:t>
            </a:r>
          </a:p>
        </p:txBody>
      </p:sp>
      <p:sp>
        <p:nvSpPr>
          <p:cNvPr id="116" name="더하기 기호 115">
            <a:extLst>
              <a:ext uri="{FF2B5EF4-FFF2-40B4-BE49-F238E27FC236}">
                <a16:creationId xmlns:a16="http://schemas.microsoft.com/office/drawing/2014/main" id="{2640505A-433F-41CF-BB2B-01AD89760E77}"/>
              </a:ext>
            </a:extLst>
          </p:cNvPr>
          <p:cNvSpPr/>
          <p:nvPr/>
        </p:nvSpPr>
        <p:spPr>
          <a:xfrm>
            <a:off x="6137669" y="5128221"/>
            <a:ext cx="350553" cy="351784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같음 기호 116">
            <a:extLst>
              <a:ext uri="{FF2B5EF4-FFF2-40B4-BE49-F238E27FC236}">
                <a16:creationId xmlns:a16="http://schemas.microsoft.com/office/drawing/2014/main" id="{D5A33D7B-582D-4F64-916C-8358D9130F00}"/>
              </a:ext>
            </a:extLst>
          </p:cNvPr>
          <p:cNvSpPr/>
          <p:nvPr/>
        </p:nvSpPr>
        <p:spPr>
          <a:xfrm>
            <a:off x="8928516" y="5122516"/>
            <a:ext cx="399460" cy="317223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C92D7821-99D5-4876-81A3-587422D4F3E0}"/>
              </a:ext>
            </a:extLst>
          </p:cNvPr>
          <p:cNvSpPr/>
          <p:nvPr/>
        </p:nvSpPr>
        <p:spPr>
          <a:xfrm>
            <a:off x="10316059" y="5332037"/>
            <a:ext cx="144776" cy="143300"/>
          </a:xfrm>
          <a:prstGeom prst="rect">
            <a:avLst/>
          </a:prstGeom>
          <a:solidFill>
            <a:srgbClr val="AE3057"/>
          </a:solidFill>
          <a:ln>
            <a:solidFill>
              <a:srgbClr val="AE30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70361A2E-5ADC-4E65-9D58-5C72909C4065}"/>
              </a:ext>
            </a:extLst>
          </p:cNvPr>
          <p:cNvSpPr/>
          <p:nvPr/>
        </p:nvSpPr>
        <p:spPr>
          <a:xfrm>
            <a:off x="10313520" y="5481962"/>
            <a:ext cx="144776" cy="143300"/>
          </a:xfrm>
          <a:prstGeom prst="rect">
            <a:avLst/>
          </a:prstGeom>
          <a:solidFill>
            <a:srgbClr val="C82A2A"/>
          </a:solidFill>
          <a:ln>
            <a:solidFill>
              <a:srgbClr val="C82A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F3EC0802-BDA9-4224-BC3B-09DC95EB02B2}"/>
              </a:ext>
            </a:extLst>
          </p:cNvPr>
          <p:cNvSpPr/>
          <p:nvPr/>
        </p:nvSpPr>
        <p:spPr>
          <a:xfrm>
            <a:off x="10467809" y="5181293"/>
            <a:ext cx="144776" cy="143300"/>
          </a:xfrm>
          <a:prstGeom prst="rect">
            <a:avLst/>
          </a:prstGeom>
          <a:solidFill>
            <a:srgbClr val="8D319F"/>
          </a:solidFill>
          <a:ln>
            <a:solidFill>
              <a:srgbClr val="8D31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D7A8DCAD-260C-490F-85A1-5262CFC983B8}"/>
              </a:ext>
            </a:extLst>
          </p:cNvPr>
          <p:cNvSpPr/>
          <p:nvPr/>
        </p:nvSpPr>
        <p:spPr>
          <a:xfrm>
            <a:off x="10467809" y="5332037"/>
            <a:ext cx="144776" cy="143300"/>
          </a:xfrm>
          <a:prstGeom prst="rect">
            <a:avLst/>
          </a:prstGeom>
          <a:solidFill>
            <a:srgbClr val="A32D79"/>
          </a:solidFill>
          <a:ln>
            <a:solidFill>
              <a:srgbClr val="A32D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19C494BC-F7EA-4A21-BDCE-636D9BFBD5BC}"/>
              </a:ext>
            </a:extLst>
          </p:cNvPr>
          <p:cNvSpPr/>
          <p:nvPr/>
        </p:nvSpPr>
        <p:spPr>
          <a:xfrm>
            <a:off x="10468302" y="5482536"/>
            <a:ext cx="144776" cy="143300"/>
          </a:xfrm>
          <a:prstGeom prst="rect">
            <a:avLst/>
          </a:prstGeom>
          <a:solidFill>
            <a:srgbClr val="F75427"/>
          </a:solidFill>
          <a:ln>
            <a:solidFill>
              <a:srgbClr val="F754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46303A0B-E158-4431-8E0E-A94464453C2B}"/>
              </a:ext>
            </a:extLst>
          </p:cNvPr>
          <p:cNvSpPr/>
          <p:nvPr/>
        </p:nvSpPr>
        <p:spPr>
          <a:xfrm>
            <a:off x="10617979" y="5181293"/>
            <a:ext cx="144776" cy="143300"/>
          </a:xfrm>
          <a:prstGeom prst="rect">
            <a:avLst/>
          </a:prstGeom>
          <a:solidFill>
            <a:srgbClr val="E52F97"/>
          </a:solidFill>
          <a:ln>
            <a:solidFill>
              <a:srgbClr val="E52F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4DA453CA-817D-47F7-A34D-AC61A2B62996}"/>
              </a:ext>
            </a:extLst>
          </p:cNvPr>
          <p:cNvSpPr/>
          <p:nvPr/>
        </p:nvSpPr>
        <p:spPr>
          <a:xfrm>
            <a:off x="10618862" y="5332131"/>
            <a:ext cx="144776" cy="143300"/>
          </a:xfrm>
          <a:prstGeom prst="rect">
            <a:avLst/>
          </a:prstGeom>
          <a:solidFill>
            <a:srgbClr val="E34949"/>
          </a:solidFill>
          <a:ln>
            <a:solidFill>
              <a:srgbClr val="E34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5899B58A-276A-480F-AF3A-0931599ED759}"/>
              </a:ext>
            </a:extLst>
          </p:cNvPr>
          <p:cNvSpPr/>
          <p:nvPr/>
        </p:nvSpPr>
        <p:spPr>
          <a:xfrm>
            <a:off x="10618459" y="5482536"/>
            <a:ext cx="144776" cy="143300"/>
          </a:xfrm>
          <a:prstGeom prst="rect">
            <a:avLst/>
          </a:prstGeom>
          <a:solidFill>
            <a:srgbClr val="F94825"/>
          </a:solidFill>
          <a:ln>
            <a:solidFill>
              <a:srgbClr val="F948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D234F3EB-C36A-490A-B892-1DFE333349F3}"/>
              </a:ext>
            </a:extLst>
          </p:cNvPr>
          <p:cNvSpPr/>
          <p:nvPr/>
        </p:nvSpPr>
        <p:spPr>
          <a:xfrm>
            <a:off x="10162467" y="5632367"/>
            <a:ext cx="144776" cy="1433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F773B3E7-C498-49C9-9D4F-B95A87F4BEDE}"/>
              </a:ext>
            </a:extLst>
          </p:cNvPr>
          <p:cNvSpPr/>
          <p:nvPr/>
        </p:nvSpPr>
        <p:spPr>
          <a:xfrm>
            <a:off x="10311466" y="5632367"/>
            <a:ext cx="144776" cy="143300"/>
          </a:xfrm>
          <a:prstGeom prst="rect">
            <a:avLst/>
          </a:prstGeom>
          <a:solidFill>
            <a:srgbClr val="F2652C"/>
          </a:solidFill>
          <a:ln>
            <a:solidFill>
              <a:srgbClr val="F265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CD36A9C4-A5FF-4BA5-B9C5-8BEC7BF729A2}"/>
              </a:ext>
            </a:extLst>
          </p:cNvPr>
          <p:cNvSpPr/>
          <p:nvPr/>
        </p:nvSpPr>
        <p:spPr>
          <a:xfrm>
            <a:off x="10763235" y="5338188"/>
            <a:ext cx="144776" cy="143300"/>
          </a:xfrm>
          <a:prstGeom prst="rect">
            <a:avLst/>
          </a:prstGeom>
          <a:solidFill>
            <a:srgbClr val="E5476D"/>
          </a:solidFill>
          <a:ln>
            <a:solidFill>
              <a:srgbClr val="E547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E0464DCA-A0C5-4BB2-9AC8-1595E166E810}"/>
              </a:ext>
            </a:extLst>
          </p:cNvPr>
          <p:cNvSpPr/>
          <p:nvPr/>
        </p:nvSpPr>
        <p:spPr>
          <a:xfrm>
            <a:off x="10766928" y="5482536"/>
            <a:ext cx="144776" cy="143300"/>
          </a:xfrm>
          <a:prstGeom prst="rect">
            <a:avLst/>
          </a:prstGeom>
          <a:solidFill>
            <a:srgbClr val="FA210A"/>
          </a:solidFill>
          <a:ln>
            <a:solidFill>
              <a:srgbClr val="FA210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710FF60B-0EBF-4AE8-9E1B-CE46190CA1FE}"/>
              </a:ext>
            </a:extLst>
          </p:cNvPr>
          <p:cNvSpPr/>
          <p:nvPr/>
        </p:nvSpPr>
        <p:spPr>
          <a:xfrm>
            <a:off x="10912735" y="5338662"/>
            <a:ext cx="144776" cy="143300"/>
          </a:xfrm>
          <a:prstGeom prst="rect">
            <a:avLst/>
          </a:prstGeom>
          <a:solidFill>
            <a:srgbClr val="F6006F"/>
          </a:solidFill>
          <a:ln>
            <a:solidFill>
              <a:srgbClr val="F600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920C4CEC-5471-440E-954D-E56ECAA45858}"/>
              </a:ext>
            </a:extLst>
          </p:cNvPr>
          <p:cNvSpPr/>
          <p:nvPr/>
        </p:nvSpPr>
        <p:spPr>
          <a:xfrm>
            <a:off x="11061530" y="5338662"/>
            <a:ext cx="144776" cy="1433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EA47A99C-3D0C-47D5-8ADD-EE9BA177A96B}"/>
              </a:ext>
            </a:extLst>
          </p:cNvPr>
          <p:cNvSpPr/>
          <p:nvPr/>
        </p:nvSpPr>
        <p:spPr>
          <a:xfrm>
            <a:off x="10625525" y="5028665"/>
            <a:ext cx="144776" cy="14330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A57C528C-D37F-4F7D-B915-B58DE89C6FE9}"/>
              </a:ext>
            </a:extLst>
          </p:cNvPr>
          <p:cNvSpPr/>
          <p:nvPr/>
        </p:nvSpPr>
        <p:spPr>
          <a:xfrm>
            <a:off x="10770748" y="5184411"/>
            <a:ext cx="144776" cy="143300"/>
          </a:xfrm>
          <a:prstGeom prst="rect">
            <a:avLst/>
          </a:prstGeom>
          <a:solidFill>
            <a:srgbClr val="F501D8"/>
          </a:solidFill>
          <a:ln>
            <a:solidFill>
              <a:srgbClr val="F501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말풍선: 타원형 135">
            <a:extLst>
              <a:ext uri="{FF2B5EF4-FFF2-40B4-BE49-F238E27FC236}">
                <a16:creationId xmlns:a16="http://schemas.microsoft.com/office/drawing/2014/main" id="{FC920268-EAB4-4E1A-9D2D-651C21D90B23}"/>
              </a:ext>
            </a:extLst>
          </p:cNvPr>
          <p:cNvSpPr/>
          <p:nvPr/>
        </p:nvSpPr>
        <p:spPr>
          <a:xfrm>
            <a:off x="881959" y="2680439"/>
            <a:ext cx="2286001" cy="1298409"/>
          </a:xfrm>
          <a:prstGeom prst="wedgeEllipseCallou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  <a:effectLst>
            <a:outerShdw blurRad="12700" dist="381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CA766525-C92A-4AF2-94AD-6DD4DB56C50D}"/>
              </a:ext>
            </a:extLst>
          </p:cNvPr>
          <p:cNvSpPr txBox="1"/>
          <p:nvPr/>
        </p:nvSpPr>
        <p:spPr>
          <a:xfrm>
            <a:off x="1041163" y="3082388"/>
            <a:ext cx="196759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00">
                <a:gradFill>
                  <a:gsLst>
                    <a:gs pos="0">
                      <a:srgbClr val="243F4C"/>
                    </a:gs>
                    <a:gs pos="100000">
                      <a:srgbClr val="2A4350"/>
                    </a:gs>
                  </a:gsLst>
                  <a:lin ang="5400000" scaled="1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Depth-Stencil </a:t>
            </a:r>
            <a:r>
              <a:rPr lang="ko-KR" altLang="en-US" sz="1000">
                <a:gradFill>
                  <a:gsLst>
                    <a:gs pos="0">
                      <a:srgbClr val="243F4C"/>
                    </a:gs>
                    <a:gs pos="100000">
                      <a:srgbClr val="2A4350"/>
                    </a:gs>
                  </a:gsLst>
                  <a:lin ang="5400000" scaled="1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테스트와 알파블렌딩을 통해 렌더대상에 최종적으로 출력될 픽셀색상을 만들어냅니다</a:t>
            </a:r>
            <a:r>
              <a:rPr lang="en-US" altLang="ko-KR" sz="1000">
                <a:gradFill>
                  <a:gsLst>
                    <a:gs pos="0">
                      <a:srgbClr val="243F4C"/>
                    </a:gs>
                    <a:gs pos="100000">
                      <a:srgbClr val="2A4350"/>
                    </a:gs>
                  </a:gsLst>
                  <a:lin ang="5400000" scaled="1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8882825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" grpId="0" animBg="1"/>
      <p:bldP spid="46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5" grpId="0"/>
      <p:bldP spid="6" grpId="0"/>
      <p:bldP spid="116" grpId="0" animBg="1"/>
      <p:bldP spid="117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</TotalTime>
  <Pages>5</Pages>
  <Words>256</Words>
  <Characters>0</Characters>
  <Application>Microsoft Office PowerPoint</Application>
  <DocSecurity>0</DocSecurity>
  <PresentationFormat>와이드스크린</PresentationFormat>
  <Lines>0</Lines>
  <Paragraphs>39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한컴 말랑말랑 Bold</vt:lpstr>
      <vt:lpstr>Arial</vt:lpstr>
      <vt:lpstr>한컴 말랑말랑 Regular</vt:lpstr>
      <vt:lpstr>맑은 고딕</vt:lpstr>
      <vt:lpstr>Office 테마</vt:lpstr>
      <vt:lpstr>DirectX 11 렌더링 파이프라인  스테이지 개요</vt:lpstr>
      <vt:lpstr>들어가기에 앞서…</vt:lpstr>
      <vt:lpstr>주요 스테이지</vt:lpstr>
      <vt:lpstr>입력 조립기 스테이지</vt:lpstr>
      <vt:lpstr>정점 셰이더 스테이지</vt:lpstr>
      <vt:lpstr>기하 셰이더 스테이지</vt:lpstr>
      <vt:lpstr>래스터라이저 스테이지</vt:lpstr>
      <vt:lpstr>픽셀 셰이더 스테이지</vt:lpstr>
      <vt:lpstr>출력 병합기 스테이지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DirectX 11 렌더링 파이프라인  스테이지 개요</dc:title>
  <dc:creator>User</dc:creator>
  <cp:lastModifiedBy>User</cp:lastModifiedBy>
  <cp:revision>114</cp:revision>
  <dcterms:modified xsi:type="dcterms:W3CDTF">2025-09-19T05:23:48Z</dcterms:modified>
  <cp:version>10.105.280.55985</cp:version>
</cp:coreProperties>
</file>