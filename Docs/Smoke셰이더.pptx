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68" r:id="rId3"/>
    <p:sldId id="293" r:id="rId4"/>
    <p:sldId id="295" r:id="rId5"/>
    <p:sldId id="29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59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C0958-CA32-46DE-9FF1-BD5804659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984D3D-6745-40B5-9CCD-5B8934B3E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A7379E-5FB0-48BF-BE96-0E473BAA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047D7-270C-4B9B-9CD1-B4F41308351E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88C671-C57F-491B-8BFC-C4CB65E9D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7566D-8CC6-4B0D-A1FA-420FEAFF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3C629-CDCC-4037-94AF-B11402AD9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71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1CF68-396D-402D-BF92-537CE71F4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173020-69EF-4002-99D5-5C37779E2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ADA350-807A-459C-9D12-C54B2A514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047D7-270C-4B9B-9CD1-B4F41308351E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E0338-82C9-4A1E-ADE4-B063A93ED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BBDFA2-2780-4DDA-9FFD-A3818730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3C629-CDCC-4037-94AF-B11402AD9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54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13699-89F9-4674-8362-07EDD44F1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AB0CCB-FB41-4D2B-8995-24B6D65E0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645457-0F33-45BA-A3BC-C475DC55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047D7-270C-4B9B-9CD1-B4F41308351E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D7A1E9-960B-4EAF-ADB5-65DEAB4C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47D40-D7A5-4881-8888-3EB4B965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3C629-CDCC-4037-94AF-B11402AD9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997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45714-B5DE-4EC4-8E8E-61BB23694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2B9FEB-2E6F-4A72-B590-6ECBEC823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4E3492-4175-47BF-8F63-C47E6AD59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7D6E6E-DC65-4DFC-9B9A-52FE8FA3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047D7-270C-4B9B-9CD1-B4F41308351E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4E196E-8526-4101-B076-C7291BA9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C13D2B-F051-440E-8344-E4EAF056B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3C629-CDCC-4037-94AF-B11402AD9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67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71982B-81D5-470B-925F-A620A57C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2A1ADB-486F-4975-B5DD-A59D579F7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BAD261-2107-4E4F-A500-239B5F518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464220-2D40-4EE5-8BFD-E19752056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60DC76F-22F8-4F96-AF5D-52E51EE57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9A60BFA-FFA5-4933-9FF9-163701031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047D7-270C-4B9B-9CD1-B4F41308351E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FAF7DC-F871-4368-A1C3-A9E33CA1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088CDA9-0A2B-421C-B784-F38DBE84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3C629-CDCC-4037-94AF-B11402AD9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87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5D925-1F5D-459E-A2F0-B260F2027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EE1690-13BE-487C-A81A-4857B2E9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047D7-270C-4B9B-9CD1-B4F41308351E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580701-4EA2-44D5-A794-53C4DA554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8ED7D7-DE07-4BA4-858D-31544475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3C629-CDCC-4037-94AF-B11402AD9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20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F92865-6254-4DF8-ADE0-5282E45A7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047D7-270C-4B9B-9CD1-B4F41308351E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A5C027-457F-4465-94FB-520DB3DB2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93CF01-D77F-4A2E-8A38-5ACA1AC2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3C629-CDCC-4037-94AF-B11402AD9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751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CC9B3-0B13-4633-B8BE-D387A674A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C088C2-47BB-454A-BA0B-2D71D79E4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70E8AD-6F05-45BE-9B20-B47F357E4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231737-34A8-431F-A417-2B685D78F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047D7-270C-4B9B-9CD1-B4F41308351E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EFB788-39ED-4148-8D61-8B08E6C4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349219-FF6D-41DF-B3F8-5A94E2A3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3C629-CDCC-4037-94AF-B11402AD9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7B8DD0-E534-4FC5-B83A-3DC39087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EE6FA03-74EF-4318-817F-6CEA15FF21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5EF211-B8B6-405C-9125-7874C2608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8E9ED5-D37F-43ED-8A50-691EC898B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047D7-270C-4B9B-9CD1-B4F41308351E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4C8208-6098-4ECC-959A-D7AF7F28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F89A30-B3C0-48F9-A2E2-7448748F8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3C629-CDCC-4037-94AF-B11402AD9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79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7D25F6-E436-47CB-A13E-A230F4B59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3F202C-6EF6-4263-AA2F-13378D74B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5C039-C742-439F-BFAC-8A500AD70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047D7-270C-4B9B-9CD1-B4F41308351E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5F2B70-FE14-4D0C-8065-B41C8A332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754B1D-2512-4A45-98D8-03B6275C6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3C629-CDCC-4037-94AF-B11402AD9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73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6FF642-FB8E-43F1-BCC9-390C05331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675E9B-257C-416D-85D7-F2F4BD10D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B2A71-BB03-4CBF-BCB9-AA66221B0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047D7-270C-4B9B-9CD1-B4F41308351E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C1E1B1-EE80-491D-A407-62B2D9811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D77119-501D-4125-9E6E-B47A1FEFC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3C629-CDCC-4037-94AF-B11402AD9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921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2025-12-17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12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423B92-6F1F-41DE-9983-ECCC7A6B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94E33-437C-4A80-ABAB-A44B59979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0C8F56-5C4A-4831-A7BF-73F934F6B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047D7-270C-4B9B-9CD1-B4F41308351E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761198-FA10-46E1-8C11-C4E09E8F17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2F0A18-C068-43A3-AF89-01F18EF19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3C629-CDCC-4037-94AF-B11402AD9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02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C99FF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E767828E-E573-48EF-BB67-FF6672CCE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8034" y="3507003"/>
            <a:ext cx="5035296" cy="719455"/>
          </a:xfrm>
        </p:spPr>
        <p:txBody>
          <a:bodyPr anchor="ctr">
            <a:normAutofit/>
          </a:bodyPr>
          <a:lstStyle/>
          <a:p>
            <a:r>
              <a:rPr lang="en-US" altLang="ko-KR" sz="1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rgbClr val="A2466D"/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Noise +</a:t>
            </a:r>
            <a:r>
              <a:rPr lang="ko-KR" altLang="en-US" sz="1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rgbClr val="A2466D"/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r>
              <a:rPr lang="en-US" altLang="ko-KR" sz="1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rgbClr val="A2466D"/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FBM</a:t>
            </a:r>
            <a:r>
              <a:rPr lang="ko-KR" altLang="en-US" sz="1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rgbClr val="A2466D"/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r>
              <a:rPr lang="en-US" altLang="ko-KR" sz="1800">
                <a:gradFill rotWithShape="1">
                  <a:gsLst>
                    <a:gs pos="21000">
                      <a:schemeClr val="tx1"/>
                    </a:gs>
                    <a:gs pos="84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+</a:t>
            </a:r>
            <a:r>
              <a:rPr lang="ko-KR" altLang="en-US" sz="1800">
                <a:gradFill rotWithShape="1">
                  <a:gsLst>
                    <a:gs pos="21000">
                      <a:schemeClr val="tx1"/>
                    </a:gs>
                    <a:gs pos="84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r>
              <a:rPr lang="en-US" altLang="ko-KR" sz="1800">
                <a:gradFill rotWithShape="1">
                  <a:gsLst>
                    <a:gs pos="21000">
                      <a:schemeClr val="tx1"/>
                    </a:gs>
                    <a:gs pos="84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Domain Warping</a:t>
            </a:r>
            <a:r>
              <a:rPr lang="ko-KR" altLang="en-US" sz="1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rgbClr val="A2466D"/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r>
              <a:rPr lang="ko-KR" altLang="en-US" sz="1800">
                <a:solidFill>
                  <a:schemeClr val="accent1"/>
                </a:soli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endParaRPr lang="ko-KR" altLang="en-US" sz="18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B3377D0-79EE-4005-982B-2835D195E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835" y="963398"/>
            <a:ext cx="9751695" cy="2387600"/>
          </a:xfrm>
        </p:spPr>
        <p:txBody>
          <a:bodyPr anchor="ctr">
            <a:normAutofit/>
          </a:bodyPr>
          <a:lstStyle/>
          <a:p>
            <a:r>
              <a:rPr lang="en-US" altLang="ko-KR" sz="8800">
                <a:gradFill rotWithShape="1">
                  <a:gsLst>
                    <a:gs pos="0">
                      <a:srgbClr val="70D1FC"/>
                    </a:gs>
                    <a:gs pos="100000">
                      <a:srgbClr val="186CE8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rgbClr val="536395"/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Smoke</a:t>
            </a:r>
            <a:r>
              <a:rPr lang="ko-KR" altLang="en-US" sz="8800"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r>
              <a:rPr lang="en-US" altLang="ko-KR" sz="8800">
                <a:gradFill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Shader</a:t>
            </a:r>
            <a:r>
              <a:rPr lang="ko-KR" altLang="en-US" sz="8800">
                <a:solidFill>
                  <a:schemeClr val="accent1"/>
                </a:soli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endParaRPr lang="ko-KR" altLang="en-US" sz="8800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50800" dist="50800" dir="3600000" algn="ctr" rotWithShape="0">
                  <a:schemeClr val="bg2">
                    <a:lumMod val="5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cxnSp>
        <p:nvCxnSpPr>
          <p:cNvPr id="7" name="Rect 0">
            <a:extLst>
              <a:ext uri="{FF2B5EF4-FFF2-40B4-BE49-F238E27FC236}">
                <a16:creationId xmlns:a16="http://schemas.microsoft.com/office/drawing/2014/main" id="{F6071BA4-54CF-49E9-BC33-AD11CC05967E}"/>
              </a:ext>
            </a:extLst>
          </p:cNvPr>
          <p:cNvCxnSpPr>
            <a:cxnSpLocks/>
          </p:cNvCxnSpPr>
          <p:nvPr/>
        </p:nvCxnSpPr>
        <p:spPr>
          <a:xfrm flipV="1">
            <a:off x="1910143" y="3310485"/>
            <a:ext cx="8371078" cy="40513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rgbClr val="0070C0">
                <a:alpha val="40000"/>
              </a:srgbClr>
            </a:outerShdw>
            <a:reflection blurRad="6350" stA="300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82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ko-KR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noise(float2 cID, float2 fUV)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4818888" cy="435292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marL="228600" indent="-228600">
              <a:buFont typeface="한컴 말랑말랑 Regular"/>
              <a:buChar char="•"/>
            </a:pPr>
            <a:r>
              <a:rPr lang="ko-KR" altLang="en-US" sz="2400">
                <a:gradFill rotWithShape="1">
                  <a:gsLst>
                    <a:gs pos="0">
                      <a:srgbClr val="5A5D62"/>
                    </a:gs>
                    <a:gs pos="46000">
                      <a:srgbClr val="353758"/>
                    </a:gs>
                    <a:gs pos="100000">
                      <a:srgbClr val="CD89A8"/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의사 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rgbClr val="4A4263"/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난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수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를 제공하는 함수 </a:t>
            </a:r>
            <a:r>
              <a:rPr lang="en-US" altLang="ko-KR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random()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을 만들고 이용하여 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4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개의 꼭지점 컬러를 만들어주고 보간을 적용하여 </a:t>
            </a:r>
            <a:r>
              <a:rPr lang="ko-KR" altLang="en-US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최종 밝기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를 도출함 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-&gt; 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밝기가 </a:t>
            </a:r>
            <a:r>
              <a:rPr lang="ko-KR" altLang="en-US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곧 노이즈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가 됨</a:t>
            </a:r>
            <a:b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</a:br>
            <a:endParaRPr lang="en-US" altLang="ko-KR" sz="24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>
              <a:buFont typeface="한컴 말랑말랑 Regular"/>
              <a:buChar char="•"/>
            </a:pP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Cell Size + UV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값을 이용하여 얼마나 촘촘하게 표면을 매울지 결정할 수 있다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.</a:t>
            </a:r>
            <a:b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</a:br>
            <a:endParaRPr lang="en-US" altLang="ko-KR" sz="24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>
              <a:buFont typeface="한컴 말랑말랑 Regular"/>
              <a:buChar char="•"/>
            </a:pP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단 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UV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를 변화하지 않으면 의사난수에 의해 </a:t>
            </a:r>
            <a:r>
              <a:rPr lang="ko-KR" altLang="en-US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같은 패턴이 반복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되어 보인다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.</a:t>
            </a: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516235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CE3E02D5-B6B1-4ABB-A5C8-48654445B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688" y="1825625"/>
            <a:ext cx="4888992" cy="44440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8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charRg st="68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8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charRg st="68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ko-KR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fbm(float2 uv)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4818888" cy="435292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>
              <a:buFont typeface="한컴 말랑말랑 Regular"/>
              <a:buChar char="•"/>
            </a:pP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Uv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시드는 유지한채로 주파수와 진폭을 조절한 노이즈를 여러 번 겹쳐서 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Fractal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구조의 노이즈패턴을 만드는 함수</a:t>
            </a:r>
            <a:endParaRPr lang="en-US" altLang="ko-KR" sz="24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>
              <a:buFont typeface="한컴 말랑말랑 Regular"/>
              <a:buChar char="•"/>
            </a:pP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반복되는 패턴이 눈에 띄게 줄어들어 자연스럽다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.</a:t>
            </a: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516235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39B735B1-F640-403B-A163-4EE9E922C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652" y="2137405"/>
            <a:ext cx="4049148" cy="335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4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8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charRg st="68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8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charRg st="68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ko-KR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Domain Warping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4818888" cy="435292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>
              <a:buFont typeface="한컴 말랑말랑 Regular"/>
              <a:buChar char="•"/>
            </a:pP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UV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샘플링에 왜곡을 주어 패턴을 휘어지게 만든다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.</a:t>
            </a:r>
          </a:p>
          <a:p>
            <a:pPr marL="228600" indent="-228600">
              <a:buFont typeface="한컴 말랑말랑 Regular"/>
              <a:buChar char="•"/>
            </a:pPr>
            <a:endParaRPr lang="en-US" altLang="ko-KR" sz="24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>
              <a:buFont typeface="한컴 말랑말랑 Regular"/>
              <a:buChar char="•"/>
            </a:pP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시간값을 이용하면 시간에 따른 휘어짐의 변화를 표현할 수 있다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.</a:t>
            </a: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516235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554093DA-C05F-4F24-974C-782362E2D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788" y="1992654"/>
            <a:ext cx="4211296" cy="41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2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8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charRg st="68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8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charRg st="68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ko-KR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Smoke Shader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4818888" cy="435292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>
              <a:buFont typeface="한컴 말랑말랑 Regular"/>
              <a:buChar char="•"/>
            </a:pP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앞서 설명한 모든 것을 적용한다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.</a:t>
            </a:r>
          </a:p>
          <a:p>
            <a:pPr marL="228600" indent="-228600">
              <a:buFont typeface="한컴 말랑말랑 Regular"/>
              <a:buChar char="•"/>
            </a:pPr>
            <a:endParaRPr lang="en-US" altLang="ko-KR" sz="24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>
              <a:buFont typeface="한컴 말랑말랑 Regular"/>
              <a:buChar char="•"/>
            </a:pP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단 심심해 보일 수 있으니 물체의 표면이 연기처럼 보이면 어떨까에 착안하여 계산한 밝기에서 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diffuse color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를 곱하고 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lerp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식을 이용하여 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smoke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가 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0.25</a:t>
            </a:r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보다 작은 곳에서 점점 더 투명하게 보이도록 설정했다</a:t>
            </a:r>
            <a:r>
              <a:rPr lang="en-US" alt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.</a:t>
            </a:r>
          </a:p>
          <a:p>
            <a:pPr marL="228600" indent="-228600">
              <a:buFont typeface="한컴 말랑말랑 Regular"/>
              <a:buChar char="•"/>
            </a:pPr>
            <a:endParaRPr lang="en-US" altLang="ko-KR" sz="24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>
              <a:buFont typeface="한컴 말랑말랑 Regular"/>
              <a:buChar char="•"/>
            </a:pPr>
            <a:endParaRPr lang="en-US" altLang="ko-KR" sz="24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r>
              <a:rPr lang="ko-KR" altLang="en-US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 </a:t>
            </a:r>
            <a:endParaRPr lang="en-US" altLang="ko-KR" sz="24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516235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0E0077A3-A30F-47CE-834E-3EF71DBE0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368" y="1880774"/>
            <a:ext cx="5207432" cy="449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87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5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charRg st="65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5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charRg st="65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156</Words>
  <Application>Microsoft Office PowerPoint</Application>
  <PresentationFormat>와이드스크린</PresentationFormat>
  <Paragraphs>20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한컴 말랑말랑 Bold</vt:lpstr>
      <vt:lpstr>한컴 말랑말랑 Regular</vt:lpstr>
      <vt:lpstr>Arial</vt:lpstr>
      <vt:lpstr>Office 테마</vt:lpstr>
      <vt:lpstr>Smoke Shader </vt:lpstr>
      <vt:lpstr>noise(float2 cID, float2 fUV)</vt:lpstr>
      <vt:lpstr>fbm(float2 uv)</vt:lpstr>
      <vt:lpstr>Domain Warping</vt:lpstr>
      <vt:lpstr>Smoke Shader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Smoke Shader</dc:title>
  <dc:creator>User</dc:creator>
  <cp:lastModifiedBy>User</cp:lastModifiedBy>
  <cp:revision>10</cp:revision>
  <dcterms:created xsi:type="dcterms:W3CDTF">2025-12-17T10:26:40Z</dcterms:created>
  <dcterms:modified xsi:type="dcterms:W3CDTF">2025-12-17T10:59:00Z</dcterms:modified>
</cp:coreProperties>
</file>